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Layouts/slideLayout39.xml" ContentType="application/vnd.openxmlformats-officedocument.presentationml.slideLayout+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slideLayouts/slideLayout3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4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Layouts/slideLayout14.xml" ContentType="application/vnd.openxmlformats-officedocument.presentationml.slideLayout+xml"/>
  <Override PartName="/ppt/slideLayouts/slideLayout32.xml" ContentType="application/vnd.openxmlformats-officedocument.presentationml.slideLayout+xml"/>
  <Override PartName="/ppt/notesSlides/notesSlide24.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Layouts/slideLayout21.xml" ContentType="application/vnd.openxmlformats-officedocument.presentationml.slideLayout+xml"/>
  <Override PartName="/ppt/slideLayouts/slideLayout50.xml" ContentType="application/vnd.openxmlformats-officedocument.presentationml.slideLayout+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Layouts/slideLayout16.xml" ContentType="application/vnd.openxmlformats-officedocument.presentationml.slideLayout+xml"/>
  <Override PartName="/ppt/slideLayouts/slideLayout34.xml" ContentType="application/vnd.openxmlformats-officedocument.presentationml.slideLayout+xml"/>
  <Override PartName="/ppt/notesSlides/notesSlide37.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4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30.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9" r:id="rId1"/>
    <p:sldMasterId id="2147483700" r:id="rId2"/>
  </p:sldMasterIdLst>
  <p:notesMasterIdLst>
    <p:notesMasterId r:id="rId5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Lst>
  <p:sldSz cx="9144000" cy="5143500" type="screen16x9"/>
  <p:notesSz cx="6858000" cy="9144000"/>
  <p:embeddedFontLst>
    <p:embeddedFont>
      <p:font typeface="Impact" pitchFamily="34" charset="0"/>
      <p:regular r:id="rId56"/>
    </p:embeddedFont>
    <p:embeddedFont>
      <p:font typeface="Archivo" charset="0"/>
      <p:regular r:id="rId57"/>
      <p:bold r:id="rId58"/>
      <p:italic r:id="rId59"/>
      <p:boldItalic r:id="rId60"/>
    </p:embeddedFont>
    <p:embeddedFont>
      <p:font typeface="Archivo ExtraBold" charset="0"/>
      <p:bold r:id="rId61"/>
      <p:boldItalic r:id="rId62"/>
    </p:embeddedFont>
    <p:embeddedFont>
      <p:font typeface="Archivo SemiBold" charset="0"/>
      <p:regular r:id="rId63"/>
      <p:bold r:id="rId64"/>
      <p:italic r:id="rId65"/>
      <p:boldItalic r:id="rId66"/>
    </p:embeddedFont>
    <p:embeddedFont>
      <p:font typeface="Comic Sans MS" pitchFamily="66" charset="0"/>
      <p:regular r:id="rId67"/>
      <p:bold r:id="rId68"/>
      <p:italic r:id="rId69"/>
      <p:boldItalic r:id="rId70"/>
    </p:embeddedFont>
    <p:embeddedFont>
      <p:font typeface="IBM Plex Serif" charset="0"/>
      <p:regular r:id="rId71"/>
      <p:bold r:id="rId72"/>
      <p:italic r:id="rId73"/>
      <p:boldItalic r:id="rId74"/>
    </p:embeddedFont>
    <p:embeddedFont>
      <p:font typeface="Archivo Medium" charset="0"/>
      <p:regular r:id="rId75"/>
      <p:bold r:id="rId76"/>
      <p:italic r:id="rId77"/>
      <p:boldItalic r:id="rId78"/>
    </p:embeddedFont>
    <p:embeddedFont>
      <p:font typeface="Roboto" charset="0"/>
      <p:regular r:id="rId79"/>
      <p:bold r:id="rId80"/>
      <p:italic r:id="rId81"/>
      <p:boldItalic r:id="rId82"/>
    </p:embeddedFont>
    <p:embeddedFont>
      <p:font typeface="Lora" charset="0"/>
      <p:regular r:id="rId83"/>
      <p:bold r:id="rId84"/>
      <p:italic r:id="rId85"/>
      <p:boldItalic r:id="rId8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41C930E2-E3AF-427F-9885-B553AF4DDD64}">
  <a:tblStyle styleId="{41C930E2-E3AF-427F-9885-B553AF4DDD6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69" d="100"/>
          <a:sy n="69" d="100"/>
        </p:scale>
        <p:origin x="-648" y="-102"/>
      </p:cViewPr>
      <p:guideLst>
        <p:guide orient="horz" pos="162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63" Type="http://schemas.openxmlformats.org/officeDocument/2006/relationships/font" Target="fonts/font8.fntdata"/><Relationship Id="rId68" Type="http://schemas.openxmlformats.org/officeDocument/2006/relationships/font" Target="fonts/font13.fntdata"/><Relationship Id="rId76" Type="http://schemas.openxmlformats.org/officeDocument/2006/relationships/font" Target="fonts/font21.fntdata"/><Relationship Id="rId84" Type="http://schemas.openxmlformats.org/officeDocument/2006/relationships/font" Target="fonts/font29.fntdata"/><Relationship Id="rId89"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font" Target="fonts/font16.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font" Target="fonts/font3.fntdata"/><Relationship Id="rId66" Type="http://schemas.openxmlformats.org/officeDocument/2006/relationships/font" Target="fonts/font11.fntdata"/><Relationship Id="rId74" Type="http://schemas.openxmlformats.org/officeDocument/2006/relationships/font" Target="fonts/font19.fntdata"/><Relationship Id="rId79" Type="http://schemas.openxmlformats.org/officeDocument/2006/relationships/font" Target="fonts/font24.fntdata"/><Relationship Id="rId87"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font" Target="fonts/font6.fntdata"/><Relationship Id="rId82" Type="http://schemas.openxmlformats.org/officeDocument/2006/relationships/font" Target="fonts/font27.fntdata"/><Relationship Id="rId90" Type="http://schemas.openxmlformats.org/officeDocument/2006/relationships/tableStyles" Target="tableStyles.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font" Target="fonts/font14.fntdata"/><Relationship Id="rId77" Type="http://schemas.openxmlformats.org/officeDocument/2006/relationships/font" Target="fonts/font22.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7.fntdata"/><Relationship Id="rId80" Type="http://schemas.openxmlformats.org/officeDocument/2006/relationships/font" Target="fonts/font25.fntdata"/><Relationship Id="rId85" Type="http://schemas.openxmlformats.org/officeDocument/2006/relationships/font" Target="fonts/font30.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4.fntdata"/><Relationship Id="rId67" Type="http://schemas.openxmlformats.org/officeDocument/2006/relationships/font" Target="fonts/font12.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7.fntdata"/><Relationship Id="rId70" Type="http://schemas.openxmlformats.org/officeDocument/2006/relationships/font" Target="fonts/font15.fntdata"/><Relationship Id="rId75" Type="http://schemas.openxmlformats.org/officeDocument/2006/relationships/font" Target="fonts/font20.fntdata"/><Relationship Id="rId83" Type="http://schemas.openxmlformats.org/officeDocument/2006/relationships/font" Target="fonts/font28.fntdata"/><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2.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5.fntdata"/><Relationship Id="rId65" Type="http://schemas.openxmlformats.org/officeDocument/2006/relationships/font" Target="fonts/font10.fntdata"/><Relationship Id="rId73" Type="http://schemas.openxmlformats.org/officeDocument/2006/relationships/font" Target="fonts/font18.fntdata"/><Relationship Id="rId78" Type="http://schemas.openxmlformats.org/officeDocument/2006/relationships/font" Target="fonts/font23.fntdata"/><Relationship Id="rId81" Type="http://schemas.openxmlformats.org/officeDocument/2006/relationships/font" Target="fonts/font26.fntdata"/><Relationship Id="rId86" Type="http://schemas.openxmlformats.org/officeDocument/2006/relationships/font" Target="fonts/font3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g3b06ef128a1_0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4" name="Google Shape;594;g3b06ef128a1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3b06ef128a1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1" name="Google Shape;601;g3b06ef128a1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3b06ef128a1_0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5" name="Google Shape;635;g3b06ef128a1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3b06ef128a1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3b06ef128a1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3b06ef128a1_0_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3b06ef128a1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g3b06ef128a1_0_9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2" name="Google Shape;662;g3b06ef128a1_0_9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3b06ef128a1_0_9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3b06ef128a1_0_9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3b076469bad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8" name="Google Shape;678;g3b076469ba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3b06ef128a1_0_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3b06ef128a1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3b076469bad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3b076469bad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g3b076469bad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3" name="Google Shape;703;g3b076469bad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g3b076469bad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0" name="Google Shape;710;g3b076469bad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3b076469ba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7" name="Google Shape;717;g3b076469ba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3b06ef128a1_0_10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4" name="Google Shape;724;g3b06ef128a1_0_10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3b06ef128a1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1" name="Google Shape;731;g3b06ef128a1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3b076469bad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3b076469bad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3b076469bad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7" name="Google Shape;747;g3b076469bad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g3b076469bad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5" name="Google Shape;755;g3b076469bad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3b06ef128a1_0_1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4" name="Google Shape;764;g3b06ef128a1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3b06ef128a1_0_1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2" name="Google Shape;772;g3b06ef128a1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5bf5bc780bf80117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0" name="Google Shape;780;g5bf5bc780bf8011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3b0f9cc26c0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7" name="Google Shape;787;g3b0f9cc26c0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3b076469bad_1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4" name="Google Shape;794;g3b076469bad_1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3b06ef128a1_0_1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1" name="Google Shape;801;g3b06ef128a1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3b06ef128a1_0_1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3b06ef128a1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5bf5bc780bf80117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5bf5bc780bf80117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5bf5bc780bf80117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5" name="Google Shape;825;g5bf5bc780bf80117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5bf5bc780bf80117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3" name="Google Shape;833;g5bf5bc780bf80117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3b06ef128a1_0_2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1" name="Google Shape;841;g3b06ef128a1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3b06ef128a1_0_2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8" name="Google Shape;848;g3b06ef128a1_0_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3b06ef128a1_0_2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5" name="Google Shape;855;g3b06ef128a1_0_2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5bf5bc780bf80117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2" name="Google Shape;862;g5bf5bc780bf80117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3b0f9cc26c0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7" name="Google Shape;867;g3b0f9cc26c0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5bf5bc780bf80117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2" name="Google Shape;872;g5bf5bc780bf80117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5bf5bc780bf80117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7" name="Google Shape;877;g5bf5bc780bf80117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3b06ef128a1_0_2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2" name="Google Shape;882;g3b06ef128a1_0_2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3b06ef128a1_0_2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8" name="Google Shape;888;g3b06ef128a1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3b06ef128a1_0_2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5" name="Google Shape;895;g3b06ef128a1_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3b06ef128a1_0_2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2" name="Google Shape;902;g3b06ef128a1_0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3b06ef128a1_0_3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0" name="Google Shape;910;g3b06ef128a1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3b06ef128a1_0_2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7" name="Google Shape;917;g3b06ef128a1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5bf5bc780bf80117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5" name="Google Shape;925;g5bf5bc780bf80117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3c1b5bb61ba0ad8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1" name="Google Shape;931;g3c1b5bb61ba0ad8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3b06ef128a1_0_3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6" name="Google Shape;936;g3b06ef128a1_0_3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5bf5bc780bf80117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3" name="Google Shape;943;g5bf5bc780bf80117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3c1b5bb61ba0ad8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8" name="Google Shape;948;g3c1b5bb61ba0ad8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3c1b5bb61ba0ad8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4" name="Google Shape;954;g3c1b5bb61ba0ad8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3c1b5bb61ba0ad8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3c1b5bb61ba0ad8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3c1b5bb61ba0ad8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8" name="Google Shape;968;g3c1b5bb61ba0ad8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g3c1b5bb61ba0ad8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4" name="Google Shape;974;g3c1b5bb61ba0ad8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3b06ef128a1_0_4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0" name="Google Shape;980;g3b06ef128a1_0_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Slide" type="title">
  <p:cSld name="TITLE">
    <p:bg>
      <p:bgPr>
        <a:solidFill>
          <a:schemeClr val="dk1"/>
        </a:solidFill>
        <a:effectLst/>
      </p:bgPr>
    </p:bg>
    <p:spTree>
      <p:nvGrpSpPr>
        <p:cNvPr id="1" name="Shape 53"/>
        <p:cNvGrpSpPr/>
        <p:nvPr/>
      </p:nvGrpSpPr>
      <p:grpSpPr>
        <a:xfrm>
          <a:off x="0" y="0"/>
          <a:ext cx="0" cy="0"/>
          <a:chOff x="0" y="0"/>
          <a:chExt cx="0" cy="0"/>
        </a:xfrm>
      </p:grpSpPr>
      <p:sp>
        <p:nvSpPr>
          <p:cNvPr id="54" name="Google Shape;54;p14"/>
          <p:cNvSpPr/>
          <p:nvPr/>
        </p:nvSpPr>
        <p:spPr>
          <a:xfrm rot="-803331">
            <a:off x="3763560" y="2620270"/>
            <a:ext cx="3709213" cy="1405316"/>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7400">
              <a:solidFill>
                <a:srgbClr val="364623"/>
              </a:solidFill>
            </a:endParaRPr>
          </a:p>
        </p:txBody>
      </p:sp>
      <p:sp>
        <p:nvSpPr>
          <p:cNvPr id="55" name="Google Shape;55;p14"/>
          <p:cNvSpPr/>
          <p:nvPr/>
        </p:nvSpPr>
        <p:spPr>
          <a:xfrm rot="335657">
            <a:off x="1617480" y="1033714"/>
            <a:ext cx="4176090" cy="1405304"/>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7400">
              <a:solidFill>
                <a:srgbClr val="364623"/>
              </a:solidFill>
            </a:endParaRPr>
          </a:p>
        </p:txBody>
      </p:sp>
      <p:sp>
        <p:nvSpPr>
          <p:cNvPr id="56" name="Google Shape;56;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solidFill>
                  <a:schemeClr val="lt1"/>
                </a:solidFill>
                <a:latin typeface="Archivo"/>
                <a:ea typeface="Archivo"/>
                <a:cs typeface="Archivo"/>
                <a:sym typeface="Archivo"/>
              </a:defRPr>
            </a:lvl1pPr>
            <a:lvl2pPr lvl="1" rtl="0">
              <a:buNone/>
              <a:defRPr>
                <a:solidFill>
                  <a:schemeClr val="lt1"/>
                </a:solidFill>
                <a:latin typeface="Archivo"/>
                <a:ea typeface="Archivo"/>
                <a:cs typeface="Archivo"/>
                <a:sym typeface="Archivo"/>
              </a:defRPr>
            </a:lvl2pPr>
            <a:lvl3pPr lvl="2" rtl="0">
              <a:buNone/>
              <a:defRPr>
                <a:solidFill>
                  <a:schemeClr val="lt1"/>
                </a:solidFill>
                <a:latin typeface="Archivo"/>
                <a:ea typeface="Archivo"/>
                <a:cs typeface="Archivo"/>
                <a:sym typeface="Archivo"/>
              </a:defRPr>
            </a:lvl3pPr>
            <a:lvl4pPr lvl="3" rtl="0">
              <a:buNone/>
              <a:defRPr>
                <a:solidFill>
                  <a:schemeClr val="lt1"/>
                </a:solidFill>
                <a:latin typeface="Archivo"/>
                <a:ea typeface="Archivo"/>
                <a:cs typeface="Archivo"/>
                <a:sym typeface="Archivo"/>
              </a:defRPr>
            </a:lvl4pPr>
            <a:lvl5pPr lvl="4" rtl="0">
              <a:buNone/>
              <a:defRPr>
                <a:solidFill>
                  <a:schemeClr val="lt1"/>
                </a:solidFill>
                <a:latin typeface="Archivo"/>
                <a:ea typeface="Archivo"/>
                <a:cs typeface="Archivo"/>
                <a:sym typeface="Archivo"/>
              </a:defRPr>
            </a:lvl5pPr>
            <a:lvl6pPr lvl="5" rtl="0">
              <a:buNone/>
              <a:defRPr>
                <a:solidFill>
                  <a:schemeClr val="lt1"/>
                </a:solidFill>
                <a:latin typeface="Archivo"/>
                <a:ea typeface="Archivo"/>
                <a:cs typeface="Archivo"/>
                <a:sym typeface="Archivo"/>
              </a:defRPr>
            </a:lvl6pPr>
            <a:lvl7pPr lvl="6" rtl="0">
              <a:buNone/>
              <a:defRPr>
                <a:solidFill>
                  <a:schemeClr val="lt1"/>
                </a:solidFill>
                <a:latin typeface="Archivo"/>
                <a:ea typeface="Archivo"/>
                <a:cs typeface="Archivo"/>
                <a:sym typeface="Archivo"/>
              </a:defRPr>
            </a:lvl7pPr>
            <a:lvl8pPr lvl="7" rtl="0">
              <a:buNone/>
              <a:defRPr>
                <a:solidFill>
                  <a:schemeClr val="lt1"/>
                </a:solidFill>
                <a:latin typeface="Archivo"/>
                <a:ea typeface="Archivo"/>
                <a:cs typeface="Archivo"/>
                <a:sym typeface="Archivo"/>
              </a:defRPr>
            </a:lvl8pPr>
            <a:lvl9pPr lvl="8" rtl="0">
              <a:buNone/>
              <a:defRPr>
                <a:solidFill>
                  <a:schemeClr val="lt1"/>
                </a:solidFill>
                <a:latin typeface="Archivo"/>
                <a:ea typeface="Archivo"/>
                <a:cs typeface="Archivo"/>
                <a:sym typeface="Archivo"/>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57" name="Google Shape;57;p14"/>
          <p:cNvSpPr/>
          <p:nvPr/>
        </p:nvSpPr>
        <p:spPr>
          <a:xfrm rot="-1800530">
            <a:off x="-366677" y="2116999"/>
            <a:ext cx="1768928" cy="335604"/>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58" name="Google Shape;58;p14"/>
          <p:cNvSpPr/>
          <p:nvPr/>
        </p:nvSpPr>
        <p:spPr>
          <a:xfrm rot="-1801062">
            <a:off x="2721608" y="605918"/>
            <a:ext cx="1000265" cy="335604"/>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59" name="Google Shape;59;p14"/>
          <p:cNvSpPr/>
          <p:nvPr/>
        </p:nvSpPr>
        <p:spPr>
          <a:xfrm rot="-1800530">
            <a:off x="2337298" y="2991649"/>
            <a:ext cx="1768928" cy="335604"/>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60" name="Google Shape;60;p14"/>
          <p:cNvSpPr/>
          <p:nvPr/>
        </p:nvSpPr>
        <p:spPr>
          <a:xfrm rot="-1801062">
            <a:off x="6609583" y="1397018"/>
            <a:ext cx="1000265" cy="335604"/>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61" name="Google Shape;61;p14"/>
          <p:cNvSpPr/>
          <p:nvPr/>
        </p:nvSpPr>
        <p:spPr>
          <a:xfrm rot="-1800530">
            <a:off x="7833473" y="2852174"/>
            <a:ext cx="1768928" cy="335604"/>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62" name="Google Shape;62;p14"/>
          <p:cNvSpPr/>
          <p:nvPr/>
        </p:nvSpPr>
        <p:spPr>
          <a:xfrm rot="-1801062">
            <a:off x="554733" y="3155118"/>
            <a:ext cx="1000265" cy="335604"/>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63" name="Google Shape;63;p14"/>
          <p:cNvSpPr/>
          <p:nvPr/>
        </p:nvSpPr>
        <p:spPr>
          <a:xfrm rot="-1801062">
            <a:off x="6609583" y="-3282"/>
            <a:ext cx="1000265" cy="335604"/>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64" name="Google Shape;64;p14"/>
          <p:cNvSpPr/>
          <p:nvPr/>
        </p:nvSpPr>
        <p:spPr>
          <a:xfrm rot="-1800278">
            <a:off x="5094424" y="925597"/>
            <a:ext cx="722299" cy="335604"/>
          </a:xfrm>
          <a:prstGeom prst="roundRect">
            <a:avLst>
              <a:gd name="adj" fmla="val 5000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65" name="Google Shape;65;p14"/>
          <p:cNvSpPr/>
          <p:nvPr/>
        </p:nvSpPr>
        <p:spPr>
          <a:xfrm rot="-1800388">
            <a:off x="5407407" y="4201495"/>
            <a:ext cx="1083988" cy="335604"/>
          </a:xfrm>
          <a:prstGeom prst="roundRect">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66" name="Google Shape;66;p14"/>
          <p:cNvSpPr/>
          <p:nvPr/>
        </p:nvSpPr>
        <p:spPr>
          <a:xfrm rot="-1800278">
            <a:off x="2227724" y="4111047"/>
            <a:ext cx="722299" cy="335604"/>
          </a:xfrm>
          <a:prstGeom prst="roundRect">
            <a:avLst>
              <a:gd name="adj" fmla="val 5000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p:cSld name="TITLE_4">
    <p:spTree>
      <p:nvGrpSpPr>
        <p:cNvPr id="1" name="Shape 67"/>
        <p:cNvGrpSpPr/>
        <p:nvPr/>
      </p:nvGrpSpPr>
      <p:grpSpPr>
        <a:xfrm>
          <a:off x="0" y="0"/>
          <a:ext cx="0" cy="0"/>
          <a:chOff x="0" y="0"/>
          <a:chExt cx="0" cy="0"/>
        </a:xfrm>
      </p:grpSpPr>
      <p:sp>
        <p:nvSpPr>
          <p:cNvPr id="68" name="Google Shape;68;p1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9" name="Google Shape;69;p1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p:cSld name="TITLE_AND_BODY_1">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30200">
              <a:spcBef>
                <a:spcPts val="0"/>
              </a:spcBef>
              <a:spcAft>
                <a:spcPts val="0"/>
              </a:spcAft>
              <a:buSzPts val="1600"/>
              <a:buChar char="○"/>
              <a:defRPr/>
            </a:lvl2pPr>
            <a:lvl3pPr marL="1371600" lvl="2" indent="-330200">
              <a:spcBef>
                <a:spcPts val="0"/>
              </a:spcBef>
              <a:spcAft>
                <a:spcPts val="0"/>
              </a:spcAft>
              <a:buSzPts val="1600"/>
              <a:buChar char="■"/>
              <a:defRPr/>
            </a:lvl3pPr>
            <a:lvl4pPr marL="1828800" lvl="3" indent="-330200">
              <a:spcBef>
                <a:spcPts val="0"/>
              </a:spcBef>
              <a:spcAft>
                <a:spcPts val="0"/>
              </a:spcAft>
              <a:buSzPts val="1600"/>
              <a:buChar char="●"/>
              <a:defRPr/>
            </a:lvl4pPr>
            <a:lvl5pPr marL="2286000" lvl="4" indent="-330200">
              <a:spcBef>
                <a:spcPts val="0"/>
              </a:spcBef>
              <a:spcAft>
                <a:spcPts val="0"/>
              </a:spcAft>
              <a:buSzPts val="1600"/>
              <a:buChar char="○"/>
              <a:defRPr/>
            </a:lvl5pPr>
            <a:lvl6pPr marL="2743200" lvl="5" indent="-330200">
              <a:spcBef>
                <a:spcPts val="0"/>
              </a:spcBef>
              <a:spcAft>
                <a:spcPts val="0"/>
              </a:spcAft>
              <a:buSzPts val="1600"/>
              <a:buChar char="■"/>
              <a:defRPr/>
            </a:lvl6pPr>
            <a:lvl7pPr marL="3200400" lvl="6" indent="-330200">
              <a:spcBef>
                <a:spcPts val="0"/>
              </a:spcBef>
              <a:spcAft>
                <a:spcPts val="0"/>
              </a:spcAft>
              <a:buSzPts val="1600"/>
              <a:buChar char="●"/>
              <a:defRPr/>
            </a:lvl7pPr>
            <a:lvl8pPr marL="3657600" lvl="7" indent="-330200">
              <a:spcBef>
                <a:spcPts val="0"/>
              </a:spcBef>
              <a:spcAft>
                <a:spcPts val="0"/>
              </a:spcAft>
              <a:buSzPts val="1600"/>
              <a:buChar char="○"/>
              <a:defRPr/>
            </a:lvl8pPr>
            <a:lvl9pPr marL="4114800" lvl="8" indent="-330200">
              <a:spcBef>
                <a:spcPts val="0"/>
              </a:spcBef>
              <a:spcAft>
                <a:spcPts val="0"/>
              </a:spcAft>
              <a:buSzPts val="1600"/>
              <a:buChar char="■"/>
              <a:defRPr/>
            </a:lvl9pPr>
          </a:lstStyle>
          <a:p>
            <a:endParaRPr/>
          </a:p>
        </p:txBody>
      </p:sp>
      <p:sp>
        <p:nvSpPr>
          <p:cNvPr id="74" name="Google Shape;7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_1">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8" name="Google Shape;78;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9" name="Google Shape;7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80"/>
        <p:cNvGrpSpPr/>
        <p:nvPr/>
      </p:nvGrpSpPr>
      <p:grpSpPr>
        <a:xfrm>
          <a:off x="0" y="0"/>
          <a:ext cx="0" cy="0"/>
          <a:chOff x="0" y="0"/>
          <a:chExt cx="0" cy="0"/>
        </a:xfrm>
      </p:grpSpPr>
      <p:sp>
        <p:nvSpPr>
          <p:cNvPr id="81" name="Google Shape;81;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_1">
    <p:spTree>
      <p:nvGrpSpPr>
        <p:cNvPr id="1" name="Shape 83"/>
        <p:cNvGrpSpPr/>
        <p:nvPr/>
      </p:nvGrpSpPr>
      <p:grpSpPr>
        <a:xfrm>
          <a:off x="0" y="0"/>
          <a:ext cx="0" cy="0"/>
          <a:chOff x="0" y="0"/>
          <a:chExt cx="0" cy="0"/>
        </a:xfrm>
      </p:grpSpPr>
      <p:sp>
        <p:nvSpPr>
          <p:cNvPr id="84" name="Google Shape;84;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5" name="Google Shape;85;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6" name="Google Shape;8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_1">
    <p:spTree>
      <p:nvGrpSpPr>
        <p:cNvPr id="1" name="Shape 87"/>
        <p:cNvGrpSpPr/>
        <p:nvPr/>
      </p:nvGrpSpPr>
      <p:grpSpPr>
        <a:xfrm>
          <a:off x="0" y="0"/>
          <a:ext cx="0" cy="0"/>
          <a:chOff x="0" y="0"/>
          <a:chExt cx="0" cy="0"/>
        </a:xfrm>
      </p:grpSpPr>
      <p:sp>
        <p:nvSpPr>
          <p:cNvPr id="88" name="Google Shape;88;p2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89" name="Google Shape;8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_1_1">
    <p:spTree>
      <p:nvGrpSpPr>
        <p:cNvPr id="1" name="Shape 90"/>
        <p:cNvGrpSpPr/>
        <p:nvPr/>
      </p:nvGrpSpPr>
      <p:grpSpPr>
        <a:xfrm>
          <a:off x="0" y="0"/>
          <a:ext cx="0" cy="0"/>
          <a:chOff x="0" y="0"/>
          <a:chExt cx="0" cy="0"/>
        </a:xfrm>
      </p:grpSpPr>
      <p:sp>
        <p:nvSpPr>
          <p:cNvPr id="91" name="Google Shape;9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93" name="Google Shape;93;p2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94" name="Google Shape;94;p2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30200">
              <a:spcBef>
                <a:spcPts val="0"/>
              </a:spcBef>
              <a:spcAft>
                <a:spcPts val="0"/>
              </a:spcAft>
              <a:buSzPts val="1600"/>
              <a:buChar char="●"/>
              <a:defRPr/>
            </a:lvl1pPr>
            <a:lvl2pPr marL="914400" lvl="1" indent="-330200">
              <a:spcBef>
                <a:spcPts val="0"/>
              </a:spcBef>
              <a:spcAft>
                <a:spcPts val="0"/>
              </a:spcAft>
              <a:buSzPts val="1600"/>
              <a:buChar char="○"/>
              <a:defRPr/>
            </a:lvl2pPr>
            <a:lvl3pPr marL="1371600" lvl="2" indent="-330200">
              <a:spcBef>
                <a:spcPts val="0"/>
              </a:spcBef>
              <a:spcAft>
                <a:spcPts val="0"/>
              </a:spcAft>
              <a:buSzPts val="1600"/>
              <a:buChar char="■"/>
              <a:defRPr/>
            </a:lvl3pPr>
            <a:lvl4pPr marL="1828800" lvl="3" indent="-330200">
              <a:spcBef>
                <a:spcPts val="0"/>
              </a:spcBef>
              <a:spcAft>
                <a:spcPts val="0"/>
              </a:spcAft>
              <a:buSzPts val="1600"/>
              <a:buChar char="●"/>
              <a:defRPr/>
            </a:lvl4pPr>
            <a:lvl5pPr marL="2286000" lvl="4" indent="-330200">
              <a:spcBef>
                <a:spcPts val="0"/>
              </a:spcBef>
              <a:spcAft>
                <a:spcPts val="0"/>
              </a:spcAft>
              <a:buSzPts val="1600"/>
              <a:buChar char="○"/>
              <a:defRPr/>
            </a:lvl5pPr>
            <a:lvl6pPr marL="2743200" lvl="5" indent="-330200">
              <a:spcBef>
                <a:spcPts val="0"/>
              </a:spcBef>
              <a:spcAft>
                <a:spcPts val="0"/>
              </a:spcAft>
              <a:buSzPts val="1600"/>
              <a:buChar char="■"/>
              <a:defRPr/>
            </a:lvl6pPr>
            <a:lvl7pPr marL="3200400" lvl="6" indent="-330200">
              <a:spcBef>
                <a:spcPts val="0"/>
              </a:spcBef>
              <a:spcAft>
                <a:spcPts val="0"/>
              </a:spcAft>
              <a:buSzPts val="1600"/>
              <a:buChar char="●"/>
              <a:defRPr/>
            </a:lvl7pPr>
            <a:lvl8pPr marL="3657600" lvl="7" indent="-330200">
              <a:spcBef>
                <a:spcPts val="0"/>
              </a:spcBef>
              <a:spcAft>
                <a:spcPts val="0"/>
              </a:spcAft>
              <a:buSzPts val="1600"/>
              <a:buChar char="○"/>
              <a:defRPr/>
            </a:lvl8pPr>
            <a:lvl9pPr marL="4114800" lvl="8" indent="-330200">
              <a:spcBef>
                <a:spcPts val="0"/>
              </a:spcBef>
              <a:spcAft>
                <a:spcPts val="0"/>
              </a:spcAft>
              <a:buSzPts val="1600"/>
              <a:buChar char="■"/>
              <a:defRPr/>
            </a:lvl9pPr>
          </a:lstStyle>
          <a:p>
            <a:endParaRPr/>
          </a:p>
        </p:txBody>
      </p:sp>
      <p:sp>
        <p:nvSpPr>
          <p:cNvPr id="95" name="Google Shape;9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_1">
    <p:spTree>
      <p:nvGrpSpPr>
        <p:cNvPr id="1" name="Shape 96"/>
        <p:cNvGrpSpPr/>
        <p:nvPr/>
      </p:nvGrpSpPr>
      <p:grpSpPr>
        <a:xfrm>
          <a:off x="0" y="0"/>
          <a:ext cx="0" cy="0"/>
          <a:chOff x="0" y="0"/>
          <a:chExt cx="0" cy="0"/>
        </a:xfrm>
      </p:grpSpPr>
      <p:sp>
        <p:nvSpPr>
          <p:cNvPr id="97" name="Google Shape;97;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600"/>
              <a:buNone/>
              <a:defRPr/>
            </a:lvl1pPr>
          </a:lstStyle>
          <a:p>
            <a:endParaRPr/>
          </a:p>
        </p:txBody>
      </p:sp>
      <p:sp>
        <p:nvSpPr>
          <p:cNvPr id="98" name="Google Shape;9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_1_1">
    <p:spTree>
      <p:nvGrpSpPr>
        <p:cNvPr id="1" name="Shape 99"/>
        <p:cNvGrpSpPr/>
        <p:nvPr/>
      </p:nvGrpSpPr>
      <p:grpSpPr>
        <a:xfrm>
          <a:off x="0" y="0"/>
          <a:ext cx="0" cy="0"/>
          <a:chOff x="0" y="0"/>
          <a:chExt cx="0" cy="0"/>
        </a:xfrm>
      </p:grpSpPr>
      <p:sp>
        <p:nvSpPr>
          <p:cNvPr id="100" name="Google Shape;100;p2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01" name="Google Shape;101;p2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30200" algn="ctr">
              <a:spcBef>
                <a:spcPts val="0"/>
              </a:spcBef>
              <a:spcAft>
                <a:spcPts val="0"/>
              </a:spcAft>
              <a:buSzPts val="1600"/>
              <a:buChar char="●"/>
              <a:defRPr/>
            </a:lvl1pPr>
            <a:lvl2pPr marL="914400" lvl="1" indent="-330200" algn="ctr">
              <a:spcBef>
                <a:spcPts val="0"/>
              </a:spcBef>
              <a:spcAft>
                <a:spcPts val="0"/>
              </a:spcAft>
              <a:buSzPts val="1600"/>
              <a:buChar char="○"/>
              <a:defRPr/>
            </a:lvl2pPr>
            <a:lvl3pPr marL="1371600" lvl="2" indent="-330200" algn="ctr">
              <a:spcBef>
                <a:spcPts val="0"/>
              </a:spcBef>
              <a:spcAft>
                <a:spcPts val="0"/>
              </a:spcAft>
              <a:buSzPts val="1600"/>
              <a:buChar char="■"/>
              <a:defRPr/>
            </a:lvl3pPr>
            <a:lvl4pPr marL="1828800" lvl="3" indent="-330200" algn="ctr">
              <a:spcBef>
                <a:spcPts val="0"/>
              </a:spcBef>
              <a:spcAft>
                <a:spcPts val="0"/>
              </a:spcAft>
              <a:buSzPts val="1600"/>
              <a:buChar char="●"/>
              <a:defRPr/>
            </a:lvl4pPr>
            <a:lvl5pPr marL="2286000" lvl="4" indent="-330200" algn="ctr">
              <a:spcBef>
                <a:spcPts val="0"/>
              </a:spcBef>
              <a:spcAft>
                <a:spcPts val="0"/>
              </a:spcAft>
              <a:buSzPts val="1600"/>
              <a:buChar char="○"/>
              <a:defRPr/>
            </a:lvl5pPr>
            <a:lvl6pPr marL="2743200" lvl="5" indent="-330200" algn="ctr">
              <a:spcBef>
                <a:spcPts val="0"/>
              </a:spcBef>
              <a:spcAft>
                <a:spcPts val="0"/>
              </a:spcAft>
              <a:buSzPts val="1600"/>
              <a:buChar char="■"/>
              <a:defRPr/>
            </a:lvl6pPr>
            <a:lvl7pPr marL="3200400" lvl="6" indent="-330200" algn="ctr">
              <a:spcBef>
                <a:spcPts val="0"/>
              </a:spcBef>
              <a:spcAft>
                <a:spcPts val="0"/>
              </a:spcAft>
              <a:buSzPts val="1600"/>
              <a:buChar char="●"/>
              <a:defRPr/>
            </a:lvl7pPr>
            <a:lvl8pPr marL="3657600" lvl="7" indent="-330200" algn="ctr">
              <a:spcBef>
                <a:spcPts val="0"/>
              </a:spcBef>
              <a:spcAft>
                <a:spcPts val="0"/>
              </a:spcAft>
              <a:buSzPts val="1600"/>
              <a:buChar char="○"/>
              <a:defRPr/>
            </a:lvl8pPr>
            <a:lvl9pPr marL="4114800" lvl="8" indent="-330200" algn="ctr">
              <a:spcBef>
                <a:spcPts val="0"/>
              </a:spcBef>
              <a:spcAft>
                <a:spcPts val="0"/>
              </a:spcAft>
              <a:buSzPts val="1600"/>
              <a:buChar char="■"/>
              <a:defRPr/>
            </a:lvl9pPr>
          </a:lstStyle>
          <a:p>
            <a:endParaRPr/>
          </a:p>
        </p:txBody>
      </p:sp>
      <p:sp>
        <p:nvSpPr>
          <p:cNvPr id="102" name="Google Shape;10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Agenda">
  <p:cSld name="CUSTOM_7_1">
    <p:spTree>
      <p:nvGrpSpPr>
        <p:cNvPr id="1" name="Shape 103"/>
        <p:cNvGrpSpPr/>
        <p:nvPr/>
      </p:nvGrpSpPr>
      <p:grpSpPr>
        <a:xfrm>
          <a:off x="0" y="0"/>
          <a:ext cx="0" cy="0"/>
          <a:chOff x="0" y="0"/>
          <a:chExt cx="0" cy="0"/>
        </a:xfrm>
      </p:grpSpPr>
      <p:sp>
        <p:nvSpPr>
          <p:cNvPr id="104" name="Google Shape;104;p24"/>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106" name="Google Shape;106;p24"/>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07" name="Google Shape;107;p24"/>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08" name="Google Shape;108;p24"/>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09" name="Google Shape;109;p24"/>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10" name="Google Shape;110;p24"/>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11" name="Google Shape;111;p24"/>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body and image">
  <p:cSld name="CUSTOM_8_1">
    <p:spTree>
      <p:nvGrpSpPr>
        <p:cNvPr id="1" name="Shape 112"/>
        <p:cNvGrpSpPr/>
        <p:nvPr/>
      </p:nvGrpSpPr>
      <p:grpSpPr>
        <a:xfrm>
          <a:off x="0" y="0"/>
          <a:ext cx="0" cy="0"/>
          <a:chOff x="0" y="0"/>
          <a:chExt cx="0" cy="0"/>
        </a:xfrm>
      </p:grpSpPr>
      <p:sp>
        <p:nvSpPr>
          <p:cNvPr id="113" name="Google Shape;113;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4" name="Google Shape;114;p25"/>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30200">
              <a:spcBef>
                <a:spcPts val="0"/>
              </a:spcBef>
              <a:spcAft>
                <a:spcPts val="0"/>
              </a:spcAft>
              <a:buSzPts val="1600"/>
              <a:buChar char="○"/>
              <a:defRPr/>
            </a:lvl2pPr>
            <a:lvl3pPr marL="1371600" lvl="2" indent="-330200">
              <a:spcBef>
                <a:spcPts val="0"/>
              </a:spcBef>
              <a:spcAft>
                <a:spcPts val="0"/>
              </a:spcAft>
              <a:buSzPts val="1600"/>
              <a:buChar char="■"/>
              <a:defRPr/>
            </a:lvl3pPr>
            <a:lvl4pPr marL="1828800" lvl="3" indent="-330200">
              <a:spcBef>
                <a:spcPts val="0"/>
              </a:spcBef>
              <a:spcAft>
                <a:spcPts val="0"/>
              </a:spcAft>
              <a:buSzPts val="1600"/>
              <a:buChar char="●"/>
              <a:defRPr/>
            </a:lvl4pPr>
            <a:lvl5pPr marL="2286000" lvl="4" indent="-330200">
              <a:spcBef>
                <a:spcPts val="0"/>
              </a:spcBef>
              <a:spcAft>
                <a:spcPts val="0"/>
              </a:spcAft>
              <a:buSzPts val="1600"/>
              <a:buChar char="○"/>
              <a:defRPr/>
            </a:lvl5pPr>
            <a:lvl6pPr marL="2743200" lvl="5" indent="-330200">
              <a:spcBef>
                <a:spcPts val="0"/>
              </a:spcBef>
              <a:spcAft>
                <a:spcPts val="0"/>
              </a:spcAft>
              <a:buSzPts val="1600"/>
              <a:buChar char="■"/>
              <a:defRPr/>
            </a:lvl6pPr>
            <a:lvl7pPr marL="3200400" lvl="6" indent="-330200">
              <a:spcBef>
                <a:spcPts val="0"/>
              </a:spcBef>
              <a:spcAft>
                <a:spcPts val="0"/>
              </a:spcAft>
              <a:buSzPts val="1600"/>
              <a:buChar char="●"/>
              <a:defRPr/>
            </a:lvl7pPr>
            <a:lvl8pPr marL="3657600" lvl="7" indent="-330200">
              <a:spcBef>
                <a:spcPts val="0"/>
              </a:spcBef>
              <a:spcAft>
                <a:spcPts val="0"/>
              </a:spcAft>
              <a:buSzPts val="1600"/>
              <a:buChar char="○"/>
              <a:defRPr/>
            </a:lvl8pPr>
            <a:lvl9pPr marL="4114800" lvl="8" indent="-330200">
              <a:spcBef>
                <a:spcPts val="0"/>
              </a:spcBef>
              <a:spcAft>
                <a:spcPts val="0"/>
              </a:spcAft>
              <a:buSzPts val="1600"/>
              <a:buChar char="■"/>
              <a:defRPr/>
            </a:lvl9pPr>
          </a:lstStyle>
          <a:p>
            <a:endParaRPr/>
          </a:p>
        </p:txBody>
      </p:sp>
      <p:sp>
        <p:nvSpPr>
          <p:cNvPr id="115" name="Google Shape;115;p25"/>
          <p:cNvSpPr>
            <a:spLocks noGrp="1"/>
          </p:cNvSpPr>
          <p:nvPr>
            <p:ph type="pic" idx="2"/>
          </p:nvPr>
        </p:nvSpPr>
        <p:spPr>
          <a:xfrm>
            <a:off x="4992024" y="1152775"/>
            <a:ext cx="3840300" cy="3416400"/>
          </a:xfrm>
          <a:prstGeom prst="rect">
            <a:avLst/>
          </a:prstGeom>
          <a:noFill/>
          <a:ln>
            <a:noFill/>
          </a:ln>
        </p:spPr>
      </p:sp>
      <p:sp>
        <p:nvSpPr>
          <p:cNvPr id="116" name="Google Shape;116;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big ideas">
  <p:cSld name="CUSTOM_1_1">
    <p:spTree>
      <p:nvGrpSpPr>
        <p:cNvPr id="1" name="Shape 117"/>
        <p:cNvGrpSpPr/>
        <p:nvPr/>
      </p:nvGrpSpPr>
      <p:grpSpPr>
        <a:xfrm>
          <a:off x="0" y="0"/>
          <a:ext cx="0" cy="0"/>
          <a:chOff x="0" y="0"/>
          <a:chExt cx="0" cy="0"/>
        </a:xfrm>
      </p:grpSpPr>
      <p:sp>
        <p:nvSpPr>
          <p:cNvPr id="118" name="Google Shape;118;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119" name="Google Shape;119;p26"/>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20" name="Google Shape;120;p26"/>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30200">
              <a:spcBef>
                <a:spcPts val="0"/>
              </a:spcBef>
              <a:spcAft>
                <a:spcPts val="0"/>
              </a:spcAft>
              <a:buSzPts val="1600"/>
              <a:buChar char="○"/>
              <a:defRPr/>
            </a:lvl2pPr>
            <a:lvl3pPr marL="1371600" lvl="2" indent="-330200">
              <a:spcBef>
                <a:spcPts val="0"/>
              </a:spcBef>
              <a:spcAft>
                <a:spcPts val="0"/>
              </a:spcAft>
              <a:buSzPts val="1600"/>
              <a:buChar char="■"/>
              <a:defRPr/>
            </a:lvl3pPr>
            <a:lvl4pPr marL="1828800" lvl="3" indent="-330200">
              <a:spcBef>
                <a:spcPts val="0"/>
              </a:spcBef>
              <a:spcAft>
                <a:spcPts val="0"/>
              </a:spcAft>
              <a:buSzPts val="1600"/>
              <a:buChar char="●"/>
              <a:defRPr/>
            </a:lvl4pPr>
            <a:lvl5pPr marL="2286000" lvl="4" indent="-330200">
              <a:spcBef>
                <a:spcPts val="0"/>
              </a:spcBef>
              <a:spcAft>
                <a:spcPts val="0"/>
              </a:spcAft>
              <a:buSzPts val="1600"/>
              <a:buChar char="○"/>
              <a:defRPr/>
            </a:lvl5pPr>
            <a:lvl6pPr marL="2743200" lvl="5" indent="-330200">
              <a:spcBef>
                <a:spcPts val="0"/>
              </a:spcBef>
              <a:spcAft>
                <a:spcPts val="0"/>
              </a:spcAft>
              <a:buSzPts val="1600"/>
              <a:buChar char="■"/>
              <a:defRPr/>
            </a:lvl6pPr>
            <a:lvl7pPr marL="3200400" lvl="6" indent="-330200">
              <a:spcBef>
                <a:spcPts val="0"/>
              </a:spcBef>
              <a:spcAft>
                <a:spcPts val="0"/>
              </a:spcAft>
              <a:buSzPts val="1600"/>
              <a:buChar char="●"/>
              <a:defRPr/>
            </a:lvl7pPr>
            <a:lvl8pPr marL="3657600" lvl="7" indent="-330200">
              <a:spcBef>
                <a:spcPts val="0"/>
              </a:spcBef>
              <a:spcAft>
                <a:spcPts val="0"/>
              </a:spcAft>
              <a:buSzPts val="1600"/>
              <a:buChar char="○"/>
              <a:defRPr/>
            </a:lvl8pPr>
            <a:lvl9pPr marL="4114800" lvl="8" indent="-330200">
              <a:spcBef>
                <a:spcPts val="0"/>
              </a:spcBef>
              <a:spcAft>
                <a:spcPts val="0"/>
              </a:spcAft>
              <a:buSzPts val="1600"/>
              <a:buChar char="■"/>
              <a:defRPr/>
            </a:lvl9pPr>
          </a:lstStyle>
          <a:p>
            <a:endParaRPr/>
          </a:p>
        </p:txBody>
      </p:sp>
      <p:sp>
        <p:nvSpPr>
          <p:cNvPr id="121" name="Google Shape;121;p26"/>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30200">
              <a:spcBef>
                <a:spcPts val="0"/>
              </a:spcBef>
              <a:spcAft>
                <a:spcPts val="0"/>
              </a:spcAft>
              <a:buSzPts val="1600"/>
              <a:buChar char="○"/>
              <a:defRPr/>
            </a:lvl2pPr>
            <a:lvl3pPr marL="1371600" lvl="2" indent="-330200">
              <a:spcBef>
                <a:spcPts val="0"/>
              </a:spcBef>
              <a:spcAft>
                <a:spcPts val="0"/>
              </a:spcAft>
              <a:buSzPts val="1600"/>
              <a:buChar char="■"/>
              <a:defRPr/>
            </a:lvl3pPr>
            <a:lvl4pPr marL="1828800" lvl="3" indent="-330200">
              <a:spcBef>
                <a:spcPts val="0"/>
              </a:spcBef>
              <a:spcAft>
                <a:spcPts val="0"/>
              </a:spcAft>
              <a:buSzPts val="1600"/>
              <a:buChar char="●"/>
              <a:defRPr/>
            </a:lvl4pPr>
            <a:lvl5pPr marL="2286000" lvl="4" indent="-330200">
              <a:spcBef>
                <a:spcPts val="0"/>
              </a:spcBef>
              <a:spcAft>
                <a:spcPts val="0"/>
              </a:spcAft>
              <a:buSzPts val="1600"/>
              <a:buChar char="○"/>
              <a:defRPr/>
            </a:lvl5pPr>
            <a:lvl6pPr marL="2743200" lvl="5" indent="-330200">
              <a:spcBef>
                <a:spcPts val="0"/>
              </a:spcBef>
              <a:spcAft>
                <a:spcPts val="0"/>
              </a:spcAft>
              <a:buSzPts val="1600"/>
              <a:buChar char="■"/>
              <a:defRPr/>
            </a:lvl6pPr>
            <a:lvl7pPr marL="3200400" lvl="6" indent="-330200">
              <a:spcBef>
                <a:spcPts val="0"/>
              </a:spcBef>
              <a:spcAft>
                <a:spcPts val="0"/>
              </a:spcAft>
              <a:buSzPts val="1600"/>
              <a:buChar char="●"/>
              <a:defRPr/>
            </a:lvl7pPr>
            <a:lvl8pPr marL="3657600" lvl="7" indent="-330200">
              <a:spcBef>
                <a:spcPts val="0"/>
              </a:spcBef>
              <a:spcAft>
                <a:spcPts val="0"/>
              </a:spcAft>
              <a:buSzPts val="1600"/>
              <a:buChar char="○"/>
              <a:defRPr/>
            </a:lvl8pPr>
            <a:lvl9pPr marL="4114800" lvl="8" indent="-330200">
              <a:spcBef>
                <a:spcPts val="0"/>
              </a:spcBef>
              <a:spcAft>
                <a:spcPts val="0"/>
              </a:spcAft>
              <a:buSzPts val="1600"/>
              <a:buChar char="■"/>
              <a:defRPr/>
            </a:lvl9pPr>
          </a:lstStyle>
          <a:p>
            <a:endParaRPr/>
          </a:p>
        </p:txBody>
      </p:sp>
      <p:sp>
        <p:nvSpPr>
          <p:cNvPr id="122" name="Google Shape;122;p26"/>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23" name="Google Shape;123;p26"/>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ree big ideas">
  <p:cSld name="CUSTOM_2_2">
    <p:spTree>
      <p:nvGrpSpPr>
        <p:cNvPr id="1" name="Shape 124"/>
        <p:cNvGrpSpPr/>
        <p:nvPr/>
      </p:nvGrpSpPr>
      <p:grpSpPr>
        <a:xfrm>
          <a:off x="0" y="0"/>
          <a:ext cx="0" cy="0"/>
          <a:chOff x="0" y="0"/>
          <a:chExt cx="0" cy="0"/>
        </a:xfrm>
      </p:grpSpPr>
      <p:sp>
        <p:nvSpPr>
          <p:cNvPr id="125" name="Google Shape;1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126" name="Google Shape;126;p27"/>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30200">
              <a:spcBef>
                <a:spcPts val="0"/>
              </a:spcBef>
              <a:spcAft>
                <a:spcPts val="0"/>
              </a:spcAft>
              <a:buSzPts val="1600"/>
              <a:buChar char="○"/>
              <a:defRPr/>
            </a:lvl2pPr>
            <a:lvl3pPr marL="1371600" lvl="2" indent="-330200">
              <a:spcBef>
                <a:spcPts val="0"/>
              </a:spcBef>
              <a:spcAft>
                <a:spcPts val="0"/>
              </a:spcAft>
              <a:buSzPts val="1600"/>
              <a:buChar char="■"/>
              <a:defRPr/>
            </a:lvl3pPr>
            <a:lvl4pPr marL="1828800" lvl="3" indent="-330200">
              <a:spcBef>
                <a:spcPts val="0"/>
              </a:spcBef>
              <a:spcAft>
                <a:spcPts val="0"/>
              </a:spcAft>
              <a:buSzPts val="1600"/>
              <a:buChar char="●"/>
              <a:defRPr/>
            </a:lvl4pPr>
            <a:lvl5pPr marL="2286000" lvl="4" indent="-330200">
              <a:spcBef>
                <a:spcPts val="0"/>
              </a:spcBef>
              <a:spcAft>
                <a:spcPts val="0"/>
              </a:spcAft>
              <a:buSzPts val="1600"/>
              <a:buChar char="○"/>
              <a:defRPr/>
            </a:lvl5pPr>
            <a:lvl6pPr marL="2743200" lvl="5" indent="-330200">
              <a:spcBef>
                <a:spcPts val="0"/>
              </a:spcBef>
              <a:spcAft>
                <a:spcPts val="0"/>
              </a:spcAft>
              <a:buSzPts val="1600"/>
              <a:buChar char="■"/>
              <a:defRPr/>
            </a:lvl6pPr>
            <a:lvl7pPr marL="3200400" lvl="6" indent="-330200">
              <a:spcBef>
                <a:spcPts val="0"/>
              </a:spcBef>
              <a:spcAft>
                <a:spcPts val="0"/>
              </a:spcAft>
              <a:buSzPts val="1600"/>
              <a:buChar char="●"/>
              <a:defRPr/>
            </a:lvl7pPr>
            <a:lvl8pPr marL="3657600" lvl="7" indent="-330200">
              <a:spcBef>
                <a:spcPts val="0"/>
              </a:spcBef>
              <a:spcAft>
                <a:spcPts val="0"/>
              </a:spcAft>
              <a:buSzPts val="1600"/>
              <a:buChar char="○"/>
              <a:defRPr/>
            </a:lvl8pPr>
            <a:lvl9pPr marL="4114800" lvl="8" indent="-330200">
              <a:spcBef>
                <a:spcPts val="0"/>
              </a:spcBef>
              <a:spcAft>
                <a:spcPts val="0"/>
              </a:spcAft>
              <a:buSzPts val="1600"/>
              <a:buChar char="■"/>
              <a:defRPr/>
            </a:lvl9pPr>
          </a:lstStyle>
          <a:p>
            <a:endParaRPr/>
          </a:p>
        </p:txBody>
      </p:sp>
      <p:sp>
        <p:nvSpPr>
          <p:cNvPr id="127" name="Google Shape;127;p27"/>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30200">
              <a:spcBef>
                <a:spcPts val="0"/>
              </a:spcBef>
              <a:spcAft>
                <a:spcPts val="0"/>
              </a:spcAft>
              <a:buSzPts val="1600"/>
              <a:buChar char="○"/>
              <a:defRPr/>
            </a:lvl2pPr>
            <a:lvl3pPr marL="1371600" lvl="2" indent="-330200">
              <a:spcBef>
                <a:spcPts val="0"/>
              </a:spcBef>
              <a:spcAft>
                <a:spcPts val="0"/>
              </a:spcAft>
              <a:buSzPts val="1600"/>
              <a:buChar char="■"/>
              <a:defRPr/>
            </a:lvl3pPr>
            <a:lvl4pPr marL="1828800" lvl="3" indent="-330200">
              <a:spcBef>
                <a:spcPts val="0"/>
              </a:spcBef>
              <a:spcAft>
                <a:spcPts val="0"/>
              </a:spcAft>
              <a:buSzPts val="1600"/>
              <a:buChar char="●"/>
              <a:defRPr/>
            </a:lvl4pPr>
            <a:lvl5pPr marL="2286000" lvl="4" indent="-330200">
              <a:spcBef>
                <a:spcPts val="0"/>
              </a:spcBef>
              <a:spcAft>
                <a:spcPts val="0"/>
              </a:spcAft>
              <a:buSzPts val="1600"/>
              <a:buChar char="○"/>
              <a:defRPr/>
            </a:lvl5pPr>
            <a:lvl6pPr marL="2743200" lvl="5" indent="-330200">
              <a:spcBef>
                <a:spcPts val="0"/>
              </a:spcBef>
              <a:spcAft>
                <a:spcPts val="0"/>
              </a:spcAft>
              <a:buSzPts val="1600"/>
              <a:buChar char="■"/>
              <a:defRPr/>
            </a:lvl6pPr>
            <a:lvl7pPr marL="3200400" lvl="6" indent="-330200">
              <a:spcBef>
                <a:spcPts val="0"/>
              </a:spcBef>
              <a:spcAft>
                <a:spcPts val="0"/>
              </a:spcAft>
              <a:buSzPts val="1600"/>
              <a:buChar char="●"/>
              <a:defRPr/>
            </a:lvl7pPr>
            <a:lvl8pPr marL="3657600" lvl="7" indent="-330200">
              <a:spcBef>
                <a:spcPts val="0"/>
              </a:spcBef>
              <a:spcAft>
                <a:spcPts val="0"/>
              </a:spcAft>
              <a:buSzPts val="1600"/>
              <a:buChar char="○"/>
              <a:defRPr/>
            </a:lvl8pPr>
            <a:lvl9pPr marL="4114800" lvl="8" indent="-330200">
              <a:spcBef>
                <a:spcPts val="0"/>
              </a:spcBef>
              <a:spcAft>
                <a:spcPts val="0"/>
              </a:spcAft>
              <a:buSzPts val="1600"/>
              <a:buChar char="■"/>
              <a:defRPr/>
            </a:lvl9pPr>
          </a:lstStyle>
          <a:p>
            <a:endParaRPr/>
          </a:p>
        </p:txBody>
      </p:sp>
      <p:sp>
        <p:nvSpPr>
          <p:cNvPr id="128" name="Google Shape;128;p27"/>
          <p:cNvSpPr txBox="1">
            <a:spLocks noGrp="1"/>
          </p:cNvSpPr>
          <p:nvPr>
            <p:ph type="body" idx="3"/>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30200">
              <a:spcBef>
                <a:spcPts val="0"/>
              </a:spcBef>
              <a:spcAft>
                <a:spcPts val="0"/>
              </a:spcAft>
              <a:buSzPts val="1600"/>
              <a:buChar char="○"/>
              <a:defRPr/>
            </a:lvl2pPr>
            <a:lvl3pPr marL="1371600" lvl="2" indent="-330200">
              <a:spcBef>
                <a:spcPts val="0"/>
              </a:spcBef>
              <a:spcAft>
                <a:spcPts val="0"/>
              </a:spcAft>
              <a:buSzPts val="1600"/>
              <a:buChar char="■"/>
              <a:defRPr/>
            </a:lvl3pPr>
            <a:lvl4pPr marL="1828800" lvl="3" indent="-330200">
              <a:spcBef>
                <a:spcPts val="0"/>
              </a:spcBef>
              <a:spcAft>
                <a:spcPts val="0"/>
              </a:spcAft>
              <a:buSzPts val="1600"/>
              <a:buChar char="●"/>
              <a:defRPr/>
            </a:lvl4pPr>
            <a:lvl5pPr marL="2286000" lvl="4" indent="-330200">
              <a:spcBef>
                <a:spcPts val="0"/>
              </a:spcBef>
              <a:spcAft>
                <a:spcPts val="0"/>
              </a:spcAft>
              <a:buSzPts val="1600"/>
              <a:buChar char="○"/>
              <a:defRPr/>
            </a:lvl5pPr>
            <a:lvl6pPr marL="2743200" lvl="5" indent="-330200">
              <a:spcBef>
                <a:spcPts val="0"/>
              </a:spcBef>
              <a:spcAft>
                <a:spcPts val="0"/>
              </a:spcAft>
              <a:buSzPts val="1600"/>
              <a:buChar char="■"/>
              <a:defRPr/>
            </a:lvl6pPr>
            <a:lvl7pPr marL="3200400" lvl="6" indent="-330200">
              <a:spcBef>
                <a:spcPts val="0"/>
              </a:spcBef>
              <a:spcAft>
                <a:spcPts val="0"/>
              </a:spcAft>
              <a:buSzPts val="1600"/>
              <a:buChar char="●"/>
              <a:defRPr/>
            </a:lvl7pPr>
            <a:lvl8pPr marL="3657600" lvl="7" indent="-330200">
              <a:spcBef>
                <a:spcPts val="0"/>
              </a:spcBef>
              <a:spcAft>
                <a:spcPts val="0"/>
              </a:spcAft>
              <a:buSzPts val="1600"/>
              <a:buChar char="○"/>
              <a:defRPr/>
            </a:lvl8pPr>
            <a:lvl9pPr marL="4114800" lvl="8" indent="-330200">
              <a:spcBef>
                <a:spcPts val="0"/>
              </a:spcBef>
              <a:spcAft>
                <a:spcPts val="0"/>
              </a:spcAft>
              <a:buSzPts val="1600"/>
              <a:buChar char="■"/>
              <a:defRPr/>
            </a:lvl9pPr>
          </a:lstStyle>
          <a:p>
            <a:endParaRPr/>
          </a:p>
        </p:txBody>
      </p:sp>
      <p:sp>
        <p:nvSpPr>
          <p:cNvPr id="129" name="Google Shape;129;p27"/>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30" name="Google Shape;130;p27"/>
          <p:cNvSpPr txBox="1">
            <a:spLocks noGrp="1"/>
          </p:cNvSpPr>
          <p:nvPr>
            <p:ph type="subTitle" idx="4"/>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31" name="Google Shape;131;p27"/>
          <p:cNvSpPr txBox="1">
            <a:spLocks noGrp="1"/>
          </p:cNvSpPr>
          <p:nvPr>
            <p:ph type="subTitle" idx="5"/>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32" name="Google Shape;132;p27"/>
          <p:cNvSpPr txBox="1">
            <a:spLocks noGrp="1"/>
          </p:cNvSpPr>
          <p:nvPr>
            <p:ph type="subTitle" idx="6"/>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Four big ideas">
  <p:cSld name="CUSTOM_3_1">
    <p:spTree>
      <p:nvGrpSpPr>
        <p:cNvPr id="1" name="Shape 133"/>
        <p:cNvGrpSpPr/>
        <p:nvPr/>
      </p:nvGrpSpPr>
      <p:grpSpPr>
        <a:xfrm>
          <a:off x="0" y="0"/>
          <a:ext cx="0" cy="0"/>
          <a:chOff x="0" y="0"/>
          <a:chExt cx="0" cy="0"/>
        </a:xfrm>
      </p:grpSpPr>
      <p:sp>
        <p:nvSpPr>
          <p:cNvPr id="134" name="Google Shape;134;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135" name="Google Shape;135;p28"/>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30200">
              <a:spcBef>
                <a:spcPts val="0"/>
              </a:spcBef>
              <a:spcAft>
                <a:spcPts val="0"/>
              </a:spcAft>
              <a:buSzPts val="1600"/>
              <a:buChar char="○"/>
              <a:defRPr/>
            </a:lvl2pPr>
            <a:lvl3pPr marL="1371600" lvl="2" indent="-330200">
              <a:spcBef>
                <a:spcPts val="0"/>
              </a:spcBef>
              <a:spcAft>
                <a:spcPts val="0"/>
              </a:spcAft>
              <a:buSzPts val="1600"/>
              <a:buChar char="■"/>
              <a:defRPr/>
            </a:lvl3pPr>
            <a:lvl4pPr marL="1828800" lvl="3" indent="-330200">
              <a:spcBef>
                <a:spcPts val="0"/>
              </a:spcBef>
              <a:spcAft>
                <a:spcPts val="0"/>
              </a:spcAft>
              <a:buSzPts val="1600"/>
              <a:buChar char="●"/>
              <a:defRPr/>
            </a:lvl4pPr>
            <a:lvl5pPr marL="2286000" lvl="4" indent="-330200">
              <a:spcBef>
                <a:spcPts val="0"/>
              </a:spcBef>
              <a:spcAft>
                <a:spcPts val="0"/>
              </a:spcAft>
              <a:buSzPts val="1600"/>
              <a:buChar char="○"/>
              <a:defRPr/>
            </a:lvl5pPr>
            <a:lvl6pPr marL="2743200" lvl="5" indent="-330200">
              <a:spcBef>
                <a:spcPts val="0"/>
              </a:spcBef>
              <a:spcAft>
                <a:spcPts val="0"/>
              </a:spcAft>
              <a:buSzPts val="1600"/>
              <a:buChar char="■"/>
              <a:defRPr/>
            </a:lvl6pPr>
            <a:lvl7pPr marL="3200400" lvl="6" indent="-330200">
              <a:spcBef>
                <a:spcPts val="0"/>
              </a:spcBef>
              <a:spcAft>
                <a:spcPts val="0"/>
              </a:spcAft>
              <a:buSzPts val="1600"/>
              <a:buChar char="●"/>
              <a:defRPr/>
            </a:lvl7pPr>
            <a:lvl8pPr marL="3657600" lvl="7" indent="-330200">
              <a:spcBef>
                <a:spcPts val="0"/>
              </a:spcBef>
              <a:spcAft>
                <a:spcPts val="0"/>
              </a:spcAft>
              <a:buSzPts val="1600"/>
              <a:buChar char="○"/>
              <a:defRPr/>
            </a:lvl8pPr>
            <a:lvl9pPr marL="4114800" lvl="8" indent="-330200">
              <a:spcBef>
                <a:spcPts val="0"/>
              </a:spcBef>
              <a:spcAft>
                <a:spcPts val="0"/>
              </a:spcAft>
              <a:buSzPts val="1600"/>
              <a:buChar char="■"/>
              <a:defRPr/>
            </a:lvl9pPr>
          </a:lstStyle>
          <a:p>
            <a:endParaRPr/>
          </a:p>
        </p:txBody>
      </p:sp>
      <p:sp>
        <p:nvSpPr>
          <p:cNvPr id="136" name="Google Shape;136;p28"/>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30200">
              <a:spcBef>
                <a:spcPts val="0"/>
              </a:spcBef>
              <a:spcAft>
                <a:spcPts val="0"/>
              </a:spcAft>
              <a:buSzPts val="1600"/>
              <a:buChar char="○"/>
              <a:defRPr/>
            </a:lvl2pPr>
            <a:lvl3pPr marL="1371600" lvl="2" indent="-330200">
              <a:spcBef>
                <a:spcPts val="0"/>
              </a:spcBef>
              <a:spcAft>
                <a:spcPts val="0"/>
              </a:spcAft>
              <a:buSzPts val="1600"/>
              <a:buChar char="■"/>
              <a:defRPr/>
            </a:lvl3pPr>
            <a:lvl4pPr marL="1828800" lvl="3" indent="-330200">
              <a:spcBef>
                <a:spcPts val="0"/>
              </a:spcBef>
              <a:spcAft>
                <a:spcPts val="0"/>
              </a:spcAft>
              <a:buSzPts val="1600"/>
              <a:buChar char="●"/>
              <a:defRPr/>
            </a:lvl4pPr>
            <a:lvl5pPr marL="2286000" lvl="4" indent="-330200">
              <a:spcBef>
                <a:spcPts val="0"/>
              </a:spcBef>
              <a:spcAft>
                <a:spcPts val="0"/>
              </a:spcAft>
              <a:buSzPts val="1600"/>
              <a:buChar char="○"/>
              <a:defRPr/>
            </a:lvl5pPr>
            <a:lvl6pPr marL="2743200" lvl="5" indent="-330200">
              <a:spcBef>
                <a:spcPts val="0"/>
              </a:spcBef>
              <a:spcAft>
                <a:spcPts val="0"/>
              </a:spcAft>
              <a:buSzPts val="1600"/>
              <a:buChar char="■"/>
              <a:defRPr/>
            </a:lvl6pPr>
            <a:lvl7pPr marL="3200400" lvl="6" indent="-330200">
              <a:spcBef>
                <a:spcPts val="0"/>
              </a:spcBef>
              <a:spcAft>
                <a:spcPts val="0"/>
              </a:spcAft>
              <a:buSzPts val="1600"/>
              <a:buChar char="●"/>
              <a:defRPr/>
            </a:lvl7pPr>
            <a:lvl8pPr marL="3657600" lvl="7" indent="-330200">
              <a:spcBef>
                <a:spcPts val="0"/>
              </a:spcBef>
              <a:spcAft>
                <a:spcPts val="0"/>
              </a:spcAft>
              <a:buSzPts val="1600"/>
              <a:buChar char="○"/>
              <a:defRPr/>
            </a:lvl8pPr>
            <a:lvl9pPr marL="4114800" lvl="8" indent="-330200">
              <a:spcBef>
                <a:spcPts val="0"/>
              </a:spcBef>
              <a:spcAft>
                <a:spcPts val="0"/>
              </a:spcAft>
              <a:buSzPts val="1600"/>
              <a:buChar char="■"/>
              <a:defRPr/>
            </a:lvl9pPr>
          </a:lstStyle>
          <a:p>
            <a:endParaRPr/>
          </a:p>
        </p:txBody>
      </p:sp>
      <p:sp>
        <p:nvSpPr>
          <p:cNvPr id="137" name="Google Shape;137;p28"/>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30200">
              <a:spcBef>
                <a:spcPts val="0"/>
              </a:spcBef>
              <a:spcAft>
                <a:spcPts val="0"/>
              </a:spcAft>
              <a:buSzPts val="1600"/>
              <a:buChar char="○"/>
              <a:defRPr/>
            </a:lvl2pPr>
            <a:lvl3pPr marL="1371600" lvl="2" indent="-330200">
              <a:spcBef>
                <a:spcPts val="0"/>
              </a:spcBef>
              <a:spcAft>
                <a:spcPts val="0"/>
              </a:spcAft>
              <a:buSzPts val="1600"/>
              <a:buChar char="■"/>
              <a:defRPr/>
            </a:lvl3pPr>
            <a:lvl4pPr marL="1828800" lvl="3" indent="-330200">
              <a:spcBef>
                <a:spcPts val="0"/>
              </a:spcBef>
              <a:spcAft>
                <a:spcPts val="0"/>
              </a:spcAft>
              <a:buSzPts val="1600"/>
              <a:buChar char="●"/>
              <a:defRPr/>
            </a:lvl4pPr>
            <a:lvl5pPr marL="2286000" lvl="4" indent="-330200">
              <a:spcBef>
                <a:spcPts val="0"/>
              </a:spcBef>
              <a:spcAft>
                <a:spcPts val="0"/>
              </a:spcAft>
              <a:buSzPts val="1600"/>
              <a:buChar char="○"/>
              <a:defRPr/>
            </a:lvl5pPr>
            <a:lvl6pPr marL="2743200" lvl="5" indent="-330200">
              <a:spcBef>
                <a:spcPts val="0"/>
              </a:spcBef>
              <a:spcAft>
                <a:spcPts val="0"/>
              </a:spcAft>
              <a:buSzPts val="1600"/>
              <a:buChar char="■"/>
              <a:defRPr/>
            </a:lvl6pPr>
            <a:lvl7pPr marL="3200400" lvl="6" indent="-330200">
              <a:spcBef>
                <a:spcPts val="0"/>
              </a:spcBef>
              <a:spcAft>
                <a:spcPts val="0"/>
              </a:spcAft>
              <a:buSzPts val="1600"/>
              <a:buChar char="●"/>
              <a:defRPr/>
            </a:lvl7pPr>
            <a:lvl8pPr marL="3657600" lvl="7" indent="-330200">
              <a:spcBef>
                <a:spcPts val="0"/>
              </a:spcBef>
              <a:spcAft>
                <a:spcPts val="0"/>
              </a:spcAft>
              <a:buSzPts val="1600"/>
              <a:buChar char="○"/>
              <a:defRPr/>
            </a:lvl8pPr>
            <a:lvl9pPr marL="4114800" lvl="8" indent="-330200">
              <a:spcBef>
                <a:spcPts val="0"/>
              </a:spcBef>
              <a:spcAft>
                <a:spcPts val="0"/>
              </a:spcAft>
              <a:buSzPts val="1600"/>
              <a:buChar char="■"/>
              <a:defRPr/>
            </a:lvl9pPr>
          </a:lstStyle>
          <a:p>
            <a:endParaRPr/>
          </a:p>
        </p:txBody>
      </p:sp>
      <p:sp>
        <p:nvSpPr>
          <p:cNvPr id="138" name="Google Shape;138;p28"/>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30200">
              <a:spcBef>
                <a:spcPts val="0"/>
              </a:spcBef>
              <a:spcAft>
                <a:spcPts val="0"/>
              </a:spcAft>
              <a:buSzPts val="1600"/>
              <a:buChar char="○"/>
              <a:defRPr/>
            </a:lvl2pPr>
            <a:lvl3pPr marL="1371600" lvl="2" indent="-330200">
              <a:spcBef>
                <a:spcPts val="0"/>
              </a:spcBef>
              <a:spcAft>
                <a:spcPts val="0"/>
              </a:spcAft>
              <a:buSzPts val="1600"/>
              <a:buChar char="■"/>
              <a:defRPr/>
            </a:lvl3pPr>
            <a:lvl4pPr marL="1828800" lvl="3" indent="-330200">
              <a:spcBef>
                <a:spcPts val="0"/>
              </a:spcBef>
              <a:spcAft>
                <a:spcPts val="0"/>
              </a:spcAft>
              <a:buSzPts val="1600"/>
              <a:buChar char="●"/>
              <a:defRPr/>
            </a:lvl4pPr>
            <a:lvl5pPr marL="2286000" lvl="4" indent="-330200">
              <a:spcBef>
                <a:spcPts val="0"/>
              </a:spcBef>
              <a:spcAft>
                <a:spcPts val="0"/>
              </a:spcAft>
              <a:buSzPts val="1600"/>
              <a:buChar char="○"/>
              <a:defRPr/>
            </a:lvl5pPr>
            <a:lvl6pPr marL="2743200" lvl="5" indent="-330200">
              <a:spcBef>
                <a:spcPts val="0"/>
              </a:spcBef>
              <a:spcAft>
                <a:spcPts val="0"/>
              </a:spcAft>
              <a:buSzPts val="1600"/>
              <a:buChar char="■"/>
              <a:defRPr/>
            </a:lvl6pPr>
            <a:lvl7pPr marL="3200400" lvl="6" indent="-330200">
              <a:spcBef>
                <a:spcPts val="0"/>
              </a:spcBef>
              <a:spcAft>
                <a:spcPts val="0"/>
              </a:spcAft>
              <a:buSzPts val="1600"/>
              <a:buChar char="●"/>
              <a:defRPr/>
            </a:lvl7pPr>
            <a:lvl8pPr marL="3657600" lvl="7" indent="-330200">
              <a:spcBef>
                <a:spcPts val="0"/>
              </a:spcBef>
              <a:spcAft>
                <a:spcPts val="0"/>
              </a:spcAft>
              <a:buSzPts val="1600"/>
              <a:buChar char="○"/>
              <a:defRPr/>
            </a:lvl8pPr>
            <a:lvl9pPr marL="4114800" lvl="8" indent="-330200">
              <a:spcBef>
                <a:spcPts val="0"/>
              </a:spcBef>
              <a:spcAft>
                <a:spcPts val="0"/>
              </a:spcAft>
              <a:buSzPts val="1600"/>
              <a:buChar char="■"/>
              <a:defRPr/>
            </a:lvl9pPr>
          </a:lstStyle>
          <a:p>
            <a:endParaRPr/>
          </a:p>
        </p:txBody>
      </p:sp>
      <p:sp>
        <p:nvSpPr>
          <p:cNvPr id="139" name="Google Shape;139;p28"/>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40" name="Google Shape;140;p28"/>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41" name="Google Shape;141;p28"/>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42" name="Google Shape;142;p28"/>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43" name="Google Shape;143;p28"/>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storyboards">
  <p:cSld name="CUSTOM_4_1">
    <p:spTree>
      <p:nvGrpSpPr>
        <p:cNvPr id="1" name="Shape 144"/>
        <p:cNvGrpSpPr/>
        <p:nvPr/>
      </p:nvGrpSpPr>
      <p:grpSpPr>
        <a:xfrm>
          <a:off x="0" y="0"/>
          <a:ext cx="0" cy="0"/>
          <a:chOff x="0" y="0"/>
          <a:chExt cx="0" cy="0"/>
        </a:xfrm>
      </p:grpSpPr>
      <p:sp>
        <p:nvSpPr>
          <p:cNvPr id="145" name="Google Shape;145;p29"/>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46" name="Google Shape;146;p29"/>
          <p:cNvSpPr>
            <a:spLocks noGrp="1"/>
          </p:cNvSpPr>
          <p:nvPr>
            <p:ph type="pic" idx="2"/>
          </p:nvPr>
        </p:nvSpPr>
        <p:spPr>
          <a:xfrm>
            <a:off x="4804825" y="1133300"/>
            <a:ext cx="4027500" cy="2392800"/>
          </a:xfrm>
          <a:prstGeom prst="rect">
            <a:avLst/>
          </a:prstGeom>
          <a:noFill/>
          <a:ln>
            <a:noFill/>
          </a:ln>
        </p:spPr>
      </p:sp>
      <p:sp>
        <p:nvSpPr>
          <p:cNvPr id="147" name="Google Shape;147;p29"/>
          <p:cNvSpPr>
            <a:spLocks noGrp="1"/>
          </p:cNvSpPr>
          <p:nvPr>
            <p:ph type="pic" idx="3"/>
          </p:nvPr>
        </p:nvSpPr>
        <p:spPr>
          <a:xfrm>
            <a:off x="311725" y="1133300"/>
            <a:ext cx="4027500" cy="2392800"/>
          </a:xfrm>
          <a:prstGeom prst="rect">
            <a:avLst/>
          </a:prstGeom>
          <a:noFill/>
          <a:ln>
            <a:noFill/>
          </a:ln>
        </p:spPr>
      </p:sp>
      <p:sp>
        <p:nvSpPr>
          <p:cNvPr id="148" name="Google Shape;148;p29"/>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49" name="Google Shape;149;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150" name="Google Shape;150;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p29"/>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4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52" name="Google Shape;152;p29"/>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4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ree storyboards">
  <p:cSld name="CUSTOM_4_1_1">
    <p:spTree>
      <p:nvGrpSpPr>
        <p:cNvPr id="1" name="Shape 153"/>
        <p:cNvGrpSpPr/>
        <p:nvPr/>
      </p:nvGrpSpPr>
      <p:grpSpPr>
        <a:xfrm>
          <a:off x="0" y="0"/>
          <a:ext cx="0" cy="0"/>
          <a:chOff x="0" y="0"/>
          <a:chExt cx="0" cy="0"/>
        </a:xfrm>
      </p:grpSpPr>
      <p:sp>
        <p:nvSpPr>
          <p:cNvPr id="154" name="Google Shape;154;p30"/>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55" name="Google Shape;155;p30"/>
          <p:cNvSpPr>
            <a:spLocks noGrp="1"/>
          </p:cNvSpPr>
          <p:nvPr>
            <p:ph type="pic" idx="2"/>
          </p:nvPr>
        </p:nvSpPr>
        <p:spPr>
          <a:xfrm>
            <a:off x="6205225" y="1128325"/>
            <a:ext cx="2627100" cy="2273100"/>
          </a:xfrm>
          <a:prstGeom prst="rect">
            <a:avLst/>
          </a:prstGeom>
          <a:noFill/>
          <a:ln>
            <a:noFill/>
          </a:ln>
        </p:spPr>
      </p:sp>
      <p:sp>
        <p:nvSpPr>
          <p:cNvPr id="156" name="Google Shape;156;p30"/>
          <p:cNvSpPr>
            <a:spLocks noGrp="1"/>
          </p:cNvSpPr>
          <p:nvPr>
            <p:ph type="pic" idx="3"/>
          </p:nvPr>
        </p:nvSpPr>
        <p:spPr>
          <a:xfrm>
            <a:off x="311725" y="1128325"/>
            <a:ext cx="2627100" cy="2273100"/>
          </a:xfrm>
          <a:prstGeom prst="rect">
            <a:avLst/>
          </a:prstGeom>
          <a:noFill/>
          <a:ln>
            <a:noFill/>
          </a:ln>
        </p:spPr>
      </p:sp>
      <p:sp>
        <p:nvSpPr>
          <p:cNvPr id="157" name="Google Shape;157;p30"/>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58" name="Google Shape;158;p30"/>
          <p:cNvSpPr>
            <a:spLocks noGrp="1"/>
          </p:cNvSpPr>
          <p:nvPr>
            <p:ph type="pic" idx="5"/>
          </p:nvPr>
        </p:nvSpPr>
        <p:spPr>
          <a:xfrm>
            <a:off x="3255250" y="1128325"/>
            <a:ext cx="2627100" cy="2273100"/>
          </a:xfrm>
          <a:prstGeom prst="rect">
            <a:avLst/>
          </a:prstGeom>
          <a:noFill/>
          <a:ln>
            <a:noFill/>
          </a:ln>
        </p:spPr>
      </p:sp>
      <p:sp>
        <p:nvSpPr>
          <p:cNvPr id="159" name="Google Shape;159;p30"/>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60" name="Google Shape;160;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161" name="Google Shape;161;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2" name="Google Shape;162;p30"/>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4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63" name="Google Shape;163;p30"/>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4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64" name="Google Shape;164;p30"/>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4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Image only">
  <p:cSld name="CUSTOM_5_1">
    <p:spTree>
      <p:nvGrpSpPr>
        <p:cNvPr id="1" name="Shape 165"/>
        <p:cNvGrpSpPr/>
        <p:nvPr/>
      </p:nvGrpSpPr>
      <p:grpSpPr>
        <a:xfrm>
          <a:off x="0" y="0"/>
          <a:ext cx="0" cy="0"/>
          <a:chOff x="0" y="0"/>
          <a:chExt cx="0" cy="0"/>
        </a:xfrm>
      </p:grpSpPr>
      <p:sp>
        <p:nvSpPr>
          <p:cNvPr id="166" name="Google Shape;166;p31"/>
          <p:cNvSpPr>
            <a:spLocks noGrp="1"/>
          </p:cNvSpPr>
          <p:nvPr>
            <p:ph type="pic" idx="2"/>
          </p:nvPr>
        </p:nvSpPr>
        <p:spPr>
          <a:xfrm>
            <a:off x="311700" y="445025"/>
            <a:ext cx="8520600" cy="4218300"/>
          </a:xfrm>
          <a:prstGeom prst="rect">
            <a:avLst/>
          </a:prstGeom>
          <a:noFill/>
          <a:ln>
            <a:noFill/>
          </a:ln>
        </p:spPr>
      </p:sp>
      <p:sp>
        <p:nvSpPr>
          <p:cNvPr id="167" name="Google Shape;167;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Image grid">
  <p:cSld name="CUSTOM_6_1">
    <p:spTree>
      <p:nvGrpSpPr>
        <p:cNvPr id="1" name="Shape 168"/>
        <p:cNvGrpSpPr/>
        <p:nvPr/>
      </p:nvGrpSpPr>
      <p:grpSpPr>
        <a:xfrm>
          <a:off x="0" y="0"/>
          <a:ext cx="0" cy="0"/>
          <a:chOff x="0" y="0"/>
          <a:chExt cx="0" cy="0"/>
        </a:xfrm>
      </p:grpSpPr>
      <p:sp>
        <p:nvSpPr>
          <p:cNvPr id="169" name="Google Shape;169;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170" name="Google Shape;170;p32"/>
          <p:cNvSpPr>
            <a:spLocks noGrp="1"/>
          </p:cNvSpPr>
          <p:nvPr>
            <p:ph type="pic" idx="2"/>
          </p:nvPr>
        </p:nvSpPr>
        <p:spPr>
          <a:xfrm>
            <a:off x="3389600" y="118913"/>
            <a:ext cx="1643700" cy="1535100"/>
          </a:xfrm>
          <a:prstGeom prst="rect">
            <a:avLst/>
          </a:prstGeom>
          <a:noFill/>
          <a:ln>
            <a:noFill/>
          </a:ln>
        </p:spPr>
      </p:sp>
      <p:sp>
        <p:nvSpPr>
          <p:cNvPr id="171" name="Google Shape;171;p32"/>
          <p:cNvSpPr>
            <a:spLocks noGrp="1"/>
          </p:cNvSpPr>
          <p:nvPr>
            <p:ph type="pic" idx="3"/>
          </p:nvPr>
        </p:nvSpPr>
        <p:spPr>
          <a:xfrm>
            <a:off x="5195935" y="118913"/>
            <a:ext cx="1643700" cy="1535100"/>
          </a:xfrm>
          <a:prstGeom prst="rect">
            <a:avLst/>
          </a:prstGeom>
          <a:noFill/>
          <a:ln>
            <a:noFill/>
          </a:ln>
        </p:spPr>
      </p:sp>
      <p:sp>
        <p:nvSpPr>
          <p:cNvPr id="172" name="Google Shape;172;p32"/>
          <p:cNvSpPr>
            <a:spLocks noGrp="1"/>
          </p:cNvSpPr>
          <p:nvPr>
            <p:ph type="pic" idx="4"/>
          </p:nvPr>
        </p:nvSpPr>
        <p:spPr>
          <a:xfrm>
            <a:off x="7002270" y="118913"/>
            <a:ext cx="1643700" cy="1535100"/>
          </a:xfrm>
          <a:prstGeom prst="rect">
            <a:avLst/>
          </a:prstGeom>
          <a:noFill/>
          <a:ln>
            <a:noFill/>
          </a:ln>
        </p:spPr>
      </p:sp>
      <p:sp>
        <p:nvSpPr>
          <p:cNvPr id="173" name="Google Shape;173;p32"/>
          <p:cNvSpPr>
            <a:spLocks noGrp="1"/>
          </p:cNvSpPr>
          <p:nvPr>
            <p:ph type="pic" idx="5"/>
          </p:nvPr>
        </p:nvSpPr>
        <p:spPr>
          <a:xfrm>
            <a:off x="3389588" y="1804212"/>
            <a:ext cx="1643700" cy="1535100"/>
          </a:xfrm>
          <a:prstGeom prst="rect">
            <a:avLst/>
          </a:prstGeom>
          <a:noFill/>
          <a:ln>
            <a:noFill/>
          </a:ln>
        </p:spPr>
      </p:sp>
      <p:sp>
        <p:nvSpPr>
          <p:cNvPr id="174" name="Google Shape;174;p32"/>
          <p:cNvSpPr>
            <a:spLocks noGrp="1"/>
          </p:cNvSpPr>
          <p:nvPr>
            <p:ph type="pic" idx="6"/>
          </p:nvPr>
        </p:nvSpPr>
        <p:spPr>
          <a:xfrm>
            <a:off x="5195922" y="1804212"/>
            <a:ext cx="1643700" cy="1535100"/>
          </a:xfrm>
          <a:prstGeom prst="rect">
            <a:avLst/>
          </a:prstGeom>
          <a:noFill/>
          <a:ln>
            <a:noFill/>
          </a:ln>
        </p:spPr>
      </p:sp>
      <p:sp>
        <p:nvSpPr>
          <p:cNvPr id="175" name="Google Shape;175;p32"/>
          <p:cNvSpPr>
            <a:spLocks noGrp="1"/>
          </p:cNvSpPr>
          <p:nvPr>
            <p:ph type="pic" idx="7"/>
          </p:nvPr>
        </p:nvSpPr>
        <p:spPr>
          <a:xfrm>
            <a:off x="7002257" y="1804212"/>
            <a:ext cx="1643700" cy="1535100"/>
          </a:xfrm>
          <a:prstGeom prst="rect">
            <a:avLst/>
          </a:prstGeom>
          <a:noFill/>
          <a:ln>
            <a:noFill/>
          </a:ln>
        </p:spPr>
      </p:sp>
      <p:sp>
        <p:nvSpPr>
          <p:cNvPr id="176" name="Google Shape;176;p32"/>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7" name="Google Shape;177;p32"/>
          <p:cNvSpPr>
            <a:spLocks noGrp="1"/>
          </p:cNvSpPr>
          <p:nvPr>
            <p:ph type="pic" idx="8"/>
          </p:nvPr>
        </p:nvSpPr>
        <p:spPr>
          <a:xfrm>
            <a:off x="3389588" y="3489487"/>
            <a:ext cx="1643700" cy="1535100"/>
          </a:xfrm>
          <a:prstGeom prst="rect">
            <a:avLst/>
          </a:prstGeom>
          <a:noFill/>
          <a:ln>
            <a:noFill/>
          </a:ln>
        </p:spPr>
      </p:sp>
      <p:sp>
        <p:nvSpPr>
          <p:cNvPr id="178" name="Google Shape;178;p32"/>
          <p:cNvSpPr>
            <a:spLocks noGrp="1"/>
          </p:cNvSpPr>
          <p:nvPr>
            <p:ph type="pic" idx="9"/>
          </p:nvPr>
        </p:nvSpPr>
        <p:spPr>
          <a:xfrm>
            <a:off x="5195922" y="3489487"/>
            <a:ext cx="1643700" cy="1535100"/>
          </a:xfrm>
          <a:prstGeom prst="rect">
            <a:avLst/>
          </a:prstGeom>
          <a:noFill/>
          <a:ln>
            <a:noFill/>
          </a:ln>
        </p:spPr>
      </p:sp>
      <p:sp>
        <p:nvSpPr>
          <p:cNvPr id="179" name="Google Shape;179;p32"/>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pos="5564">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How-To-Play" type="secHead">
  <p:cSld name="SECTION_HEADER">
    <p:bg>
      <p:bgPr>
        <a:solidFill>
          <a:schemeClr val="lt2"/>
        </a:solidFill>
        <a:effectLst/>
      </p:bgPr>
    </p:bg>
    <p:spTree>
      <p:nvGrpSpPr>
        <p:cNvPr id="1" name="Shape 180"/>
        <p:cNvGrpSpPr/>
        <p:nvPr/>
      </p:nvGrpSpPr>
      <p:grpSpPr>
        <a:xfrm>
          <a:off x="0" y="0"/>
          <a:ext cx="0" cy="0"/>
          <a:chOff x="0" y="0"/>
          <a:chExt cx="0" cy="0"/>
        </a:xfrm>
      </p:grpSpPr>
      <p:sp>
        <p:nvSpPr>
          <p:cNvPr id="181" name="Google Shape;181;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solidFill>
                  <a:schemeClr val="lt1"/>
                </a:solidFill>
                <a:latin typeface="Archivo"/>
                <a:ea typeface="Archivo"/>
                <a:cs typeface="Archivo"/>
                <a:sym typeface="Archivo"/>
              </a:defRPr>
            </a:lvl1pPr>
            <a:lvl2pPr lvl="1">
              <a:buNone/>
              <a:defRPr>
                <a:solidFill>
                  <a:schemeClr val="lt1"/>
                </a:solidFill>
                <a:latin typeface="Archivo"/>
                <a:ea typeface="Archivo"/>
                <a:cs typeface="Archivo"/>
                <a:sym typeface="Archivo"/>
              </a:defRPr>
            </a:lvl2pPr>
            <a:lvl3pPr lvl="2">
              <a:buNone/>
              <a:defRPr>
                <a:solidFill>
                  <a:schemeClr val="lt1"/>
                </a:solidFill>
                <a:latin typeface="Archivo"/>
                <a:ea typeface="Archivo"/>
                <a:cs typeface="Archivo"/>
                <a:sym typeface="Archivo"/>
              </a:defRPr>
            </a:lvl3pPr>
            <a:lvl4pPr lvl="3">
              <a:buNone/>
              <a:defRPr>
                <a:solidFill>
                  <a:schemeClr val="lt1"/>
                </a:solidFill>
                <a:latin typeface="Archivo"/>
                <a:ea typeface="Archivo"/>
                <a:cs typeface="Archivo"/>
                <a:sym typeface="Archivo"/>
              </a:defRPr>
            </a:lvl4pPr>
            <a:lvl5pPr lvl="4">
              <a:buNone/>
              <a:defRPr>
                <a:solidFill>
                  <a:schemeClr val="lt1"/>
                </a:solidFill>
                <a:latin typeface="Archivo"/>
                <a:ea typeface="Archivo"/>
                <a:cs typeface="Archivo"/>
                <a:sym typeface="Archivo"/>
              </a:defRPr>
            </a:lvl5pPr>
            <a:lvl6pPr lvl="5">
              <a:buNone/>
              <a:defRPr>
                <a:solidFill>
                  <a:schemeClr val="lt1"/>
                </a:solidFill>
                <a:latin typeface="Archivo"/>
                <a:ea typeface="Archivo"/>
                <a:cs typeface="Archivo"/>
                <a:sym typeface="Archivo"/>
              </a:defRPr>
            </a:lvl6pPr>
            <a:lvl7pPr lvl="6">
              <a:buNone/>
              <a:defRPr>
                <a:solidFill>
                  <a:schemeClr val="lt1"/>
                </a:solidFill>
                <a:latin typeface="Archivo"/>
                <a:ea typeface="Archivo"/>
                <a:cs typeface="Archivo"/>
                <a:sym typeface="Archivo"/>
              </a:defRPr>
            </a:lvl7pPr>
            <a:lvl8pPr lvl="7">
              <a:buNone/>
              <a:defRPr>
                <a:solidFill>
                  <a:schemeClr val="lt1"/>
                </a:solidFill>
                <a:latin typeface="Archivo"/>
                <a:ea typeface="Archivo"/>
                <a:cs typeface="Archivo"/>
                <a:sym typeface="Archivo"/>
              </a:defRPr>
            </a:lvl8pPr>
            <a:lvl9pPr lvl="8">
              <a:buNone/>
              <a:defRPr>
                <a:solidFill>
                  <a:schemeClr val="lt1"/>
                </a:solidFill>
                <a:latin typeface="Archivo"/>
                <a:ea typeface="Archivo"/>
                <a:cs typeface="Archivo"/>
                <a:sym typeface="Archivo"/>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182" name="Google Shape;182;p33"/>
          <p:cNvSpPr txBox="1">
            <a:spLocks noGrp="1"/>
          </p:cNvSpPr>
          <p:nvPr>
            <p:ph type="subTitle" idx="1"/>
          </p:nvPr>
        </p:nvSpPr>
        <p:spPr>
          <a:xfrm>
            <a:off x="448863" y="3444100"/>
            <a:ext cx="2072100" cy="7053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Archivo SemiBold"/>
              <a:buNone/>
              <a:defRPr sz="1600">
                <a:latin typeface="Archivo SemiBold"/>
                <a:ea typeface="Archivo SemiBold"/>
                <a:cs typeface="Archivo SemiBold"/>
                <a:sym typeface="Archivo SemiBold"/>
              </a:defRPr>
            </a:lvl1pPr>
            <a:lvl2pPr lvl="1">
              <a:spcBef>
                <a:spcPts val="0"/>
              </a:spcBef>
              <a:spcAft>
                <a:spcPts val="0"/>
              </a:spcAft>
              <a:buSzPts val="1600"/>
              <a:buFont typeface="Archivo SemiBold"/>
              <a:buNone/>
              <a:defRPr sz="1600">
                <a:latin typeface="Archivo SemiBold"/>
                <a:ea typeface="Archivo SemiBold"/>
                <a:cs typeface="Archivo SemiBold"/>
                <a:sym typeface="Archivo SemiBold"/>
              </a:defRPr>
            </a:lvl2pPr>
            <a:lvl3pPr lvl="2">
              <a:spcBef>
                <a:spcPts val="0"/>
              </a:spcBef>
              <a:spcAft>
                <a:spcPts val="0"/>
              </a:spcAft>
              <a:buSzPts val="1600"/>
              <a:buFont typeface="Archivo SemiBold"/>
              <a:buNone/>
              <a:defRPr sz="1600">
                <a:latin typeface="Archivo SemiBold"/>
                <a:ea typeface="Archivo SemiBold"/>
                <a:cs typeface="Archivo SemiBold"/>
                <a:sym typeface="Archivo SemiBold"/>
              </a:defRPr>
            </a:lvl3pPr>
            <a:lvl4pPr lvl="3">
              <a:spcBef>
                <a:spcPts val="0"/>
              </a:spcBef>
              <a:spcAft>
                <a:spcPts val="0"/>
              </a:spcAft>
              <a:buSzPts val="1600"/>
              <a:buFont typeface="Archivo SemiBold"/>
              <a:buNone/>
              <a:defRPr sz="1600">
                <a:latin typeface="Archivo SemiBold"/>
                <a:ea typeface="Archivo SemiBold"/>
                <a:cs typeface="Archivo SemiBold"/>
                <a:sym typeface="Archivo SemiBold"/>
              </a:defRPr>
            </a:lvl4pPr>
            <a:lvl5pPr lvl="4">
              <a:spcBef>
                <a:spcPts val="0"/>
              </a:spcBef>
              <a:spcAft>
                <a:spcPts val="0"/>
              </a:spcAft>
              <a:buSzPts val="1600"/>
              <a:buFont typeface="Archivo SemiBold"/>
              <a:buNone/>
              <a:defRPr sz="1600">
                <a:latin typeface="Archivo SemiBold"/>
                <a:ea typeface="Archivo SemiBold"/>
                <a:cs typeface="Archivo SemiBold"/>
                <a:sym typeface="Archivo SemiBold"/>
              </a:defRPr>
            </a:lvl5pPr>
            <a:lvl6pPr lvl="5">
              <a:spcBef>
                <a:spcPts val="0"/>
              </a:spcBef>
              <a:spcAft>
                <a:spcPts val="0"/>
              </a:spcAft>
              <a:buSzPts val="1600"/>
              <a:buFont typeface="Archivo SemiBold"/>
              <a:buNone/>
              <a:defRPr sz="1600">
                <a:latin typeface="Archivo SemiBold"/>
                <a:ea typeface="Archivo SemiBold"/>
                <a:cs typeface="Archivo SemiBold"/>
                <a:sym typeface="Archivo SemiBold"/>
              </a:defRPr>
            </a:lvl6pPr>
            <a:lvl7pPr lvl="6">
              <a:spcBef>
                <a:spcPts val="0"/>
              </a:spcBef>
              <a:spcAft>
                <a:spcPts val="0"/>
              </a:spcAft>
              <a:buSzPts val="1600"/>
              <a:buFont typeface="Archivo SemiBold"/>
              <a:buNone/>
              <a:defRPr sz="1600">
                <a:latin typeface="Archivo SemiBold"/>
                <a:ea typeface="Archivo SemiBold"/>
                <a:cs typeface="Archivo SemiBold"/>
                <a:sym typeface="Archivo SemiBold"/>
              </a:defRPr>
            </a:lvl7pPr>
            <a:lvl8pPr lvl="7">
              <a:spcBef>
                <a:spcPts val="0"/>
              </a:spcBef>
              <a:spcAft>
                <a:spcPts val="0"/>
              </a:spcAft>
              <a:buSzPts val="1600"/>
              <a:buFont typeface="Archivo SemiBold"/>
              <a:buNone/>
              <a:defRPr sz="1600">
                <a:latin typeface="Archivo SemiBold"/>
                <a:ea typeface="Archivo SemiBold"/>
                <a:cs typeface="Archivo SemiBold"/>
                <a:sym typeface="Archivo SemiBold"/>
              </a:defRPr>
            </a:lvl8pPr>
            <a:lvl9pPr lvl="8">
              <a:spcBef>
                <a:spcPts val="0"/>
              </a:spcBef>
              <a:spcAft>
                <a:spcPts val="0"/>
              </a:spcAft>
              <a:buSzPts val="1600"/>
              <a:buFont typeface="Archivo SemiBold"/>
              <a:buNone/>
              <a:defRPr sz="1600">
                <a:latin typeface="Archivo SemiBold"/>
                <a:ea typeface="Archivo SemiBold"/>
                <a:cs typeface="Archivo SemiBold"/>
                <a:sym typeface="Archivo SemiBold"/>
              </a:defRPr>
            </a:lvl9pPr>
          </a:lstStyle>
          <a:p>
            <a:endParaRPr/>
          </a:p>
        </p:txBody>
      </p:sp>
      <p:sp>
        <p:nvSpPr>
          <p:cNvPr id="183" name="Google Shape;183;p33"/>
          <p:cNvSpPr txBox="1">
            <a:spLocks noGrp="1"/>
          </p:cNvSpPr>
          <p:nvPr>
            <p:ph type="subTitle" idx="2"/>
          </p:nvPr>
        </p:nvSpPr>
        <p:spPr>
          <a:xfrm>
            <a:off x="2521046" y="3444100"/>
            <a:ext cx="2072100" cy="7053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Archivo SemiBold"/>
              <a:buNone/>
              <a:defRPr sz="1600">
                <a:latin typeface="Archivo SemiBold"/>
                <a:ea typeface="Archivo SemiBold"/>
                <a:cs typeface="Archivo SemiBold"/>
                <a:sym typeface="Archivo SemiBold"/>
              </a:defRPr>
            </a:lvl1pPr>
            <a:lvl2pPr lvl="1">
              <a:spcBef>
                <a:spcPts val="0"/>
              </a:spcBef>
              <a:spcAft>
                <a:spcPts val="0"/>
              </a:spcAft>
              <a:buSzPts val="1600"/>
              <a:buFont typeface="Archivo SemiBold"/>
              <a:buNone/>
              <a:defRPr sz="1600">
                <a:latin typeface="Archivo SemiBold"/>
                <a:ea typeface="Archivo SemiBold"/>
                <a:cs typeface="Archivo SemiBold"/>
                <a:sym typeface="Archivo SemiBold"/>
              </a:defRPr>
            </a:lvl2pPr>
            <a:lvl3pPr lvl="2">
              <a:spcBef>
                <a:spcPts val="0"/>
              </a:spcBef>
              <a:spcAft>
                <a:spcPts val="0"/>
              </a:spcAft>
              <a:buSzPts val="1600"/>
              <a:buFont typeface="Archivo SemiBold"/>
              <a:buNone/>
              <a:defRPr sz="1600">
                <a:latin typeface="Archivo SemiBold"/>
                <a:ea typeface="Archivo SemiBold"/>
                <a:cs typeface="Archivo SemiBold"/>
                <a:sym typeface="Archivo SemiBold"/>
              </a:defRPr>
            </a:lvl3pPr>
            <a:lvl4pPr lvl="3">
              <a:spcBef>
                <a:spcPts val="0"/>
              </a:spcBef>
              <a:spcAft>
                <a:spcPts val="0"/>
              </a:spcAft>
              <a:buSzPts val="1600"/>
              <a:buFont typeface="Archivo SemiBold"/>
              <a:buNone/>
              <a:defRPr sz="1600">
                <a:latin typeface="Archivo SemiBold"/>
                <a:ea typeface="Archivo SemiBold"/>
                <a:cs typeface="Archivo SemiBold"/>
                <a:sym typeface="Archivo SemiBold"/>
              </a:defRPr>
            </a:lvl4pPr>
            <a:lvl5pPr lvl="4">
              <a:spcBef>
                <a:spcPts val="0"/>
              </a:spcBef>
              <a:spcAft>
                <a:spcPts val="0"/>
              </a:spcAft>
              <a:buSzPts val="1600"/>
              <a:buFont typeface="Archivo SemiBold"/>
              <a:buNone/>
              <a:defRPr sz="1600">
                <a:latin typeface="Archivo SemiBold"/>
                <a:ea typeface="Archivo SemiBold"/>
                <a:cs typeface="Archivo SemiBold"/>
                <a:sym typeface="Archivo SemiBold"/>
              </a:defRPr>
            </a:lvl5pPr>
            <a:lvl6pPr lvl="5">
              <a:spcBef>
                <a:spcPts val="0"/>
              </a:spcBef>
              <a:spcAft>
                <a:spcPts val="0"/>
              </a:spcAft>
              <a:buSzPts val="1600"/>
              <a:buFont typeface="Archivo SemiBold"/>
              <a:buNone/>
              <a:defRPr sz="1600">
                <a:latin typeface="Archivo SemiBold"/>
                <a:ea typeface="Archivo SemiBold"/>
                <a:cs typeface="Archivo SemiBold"/>
                <a:sym typeface="Archivo SemiBold"/>
              </a:defRPr>
            </a:lvl6pPr>
            <a:lvl7pPr lvl="6">
              <a:spcBef>
                <a:spcPts val="0"/>
              </a:spcBef>
              <a:spcAft>
                <a:spcPts val="0"/>
              </a:spcAft>
              <a:buSzPts val="1600"/>
              <a:buFont typeface="Archivo SemiBold"/>
              <a:buNone/>
              <a:defRPr sz="1600">
                <a:latin typeface="Archivo SemiBold"/>
                <a:ea typeface="Archivo SemiBold"/>
                <a:cs typeface="Archivo SemiBold"/>
                <a:sym typeface="Archivo SemiBold"/>
              </a:defRPr>
            </a:lvl7pPr>
            <a:lvl8pPr lvl="7">
              <a:spcBef>
                <a:spcPts val="0"/>
              </a:spcBef>
              <a:spcAft>
                <a:spcPts val="0"/>
              </a:spcAft>
              <a:buSzPts val="1600"/>
              <a:buFont typeface="Archivo SemiBold"/>
              <a:buNone/>
              <a:defRPr sz="1600">
                <a:latin typeface="Archivo SemiBold"/>
                <a:ea typeface="Archivo SemiBold"/>
                <a:cs typeface="Archivo SemiBold"/>
                <a:sym typeface="Archivo SemiBold"/>
              </a:defRPr>
            </a:lvl8pPr>
            <a:lvl9pPr lvl="8">
              <a:spcBef>
                <a:spcPts val="0"/>
              </a:spcBef>
              <a:spcAft>
                <a:spcPts val="0"/>
              </a:spcAft>
              <a:buSzPts val="1600"/>
              <a:buFont typeface="Archivo SemiBold"/>
              <a:buNone/>
              <a:defRPr sz="1600">
                <a:latin typeface="Archivo SemiBold"/>
                <a:ea typeface="Archivo SemiBold"/>
                <a:cs typeface="Archivo SemiBold"/>
                <a:sym typeface="Archivo SemiBold"/>
              </a:defRPr>
            </a:lvl9pPr>
          </a:lstStyle>
          <a:p>
            <a:endParaRPr/>
          </a:p>
        </p:txBody>
      </p:sp>
      <p:sp>
        <p:nvSpPr>
          <p:cNvPr id="184" name="Google Shape;184;p33"/>
          <p:cNvSpPr txBox="1">
            <a:spLocks noGrp="1"/>
          </p:cNvSpPr>
          <p:nvPr>
            <p:ph type="subTitle" idx="3"/>
          </p:nvPr>
        </p:nvSpPr>
        <p:spPr>
          <a:xfrm>
            <a:off x="4593230" y="3444100"/>
            <a:ext cx="2072100" cy="7053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Archivo SemiBold"/>
              <a:buNone/>
              <a:defRPr sz="1600">
                <a:latin typeface="Archivo SemiBold"/>
                <a:ea typeface="Archivo SemiBold"/>
                <a:cs typeface="Archivo SemiBold"/>
                <a:sym typeface="Archivo SemiBold"/>
              </a:defRPr>
            </a:lvl1pPr>
            <a:lvl2pPr lvl="1">
              <a:spcBef>
                <a:spcPts val="0"/>
              </a:spcBef>
              <a:spcAft>
                <a:spcPts val="0"/>
              </a:spcAft>
              <a:buSzPts val="1600"/>
              <a:buFont typeface="Archivo SemiBold"/>
              <a:buNone/>
              <a:defRPr sz="1600">
                <a:latin typeface="Archivo SemiBold"/>
                <a:ea typeface="Archivo SemiBold"/>
                <a:cs typeface="Archivo SemiBold"/>
                <a:sym typeface="Archivo SemiBold"/>
              </a:defRPr>
            </a:lvl2pPr>
            <a:lvl3pPr lvl="2">
              <a:spcBef>
                <a:spcPts val="0"/>
              </a:spcBef>
              <a:spcAft>
                <a:spcPts val="0"/>
              </a:spcAft>
              <a:buSzPts val="1600"/>
              <a:buFont typeface="Archivo SemiBold"/>
              <a:buNone/>
              <a:defRPr sz="1600">
                <a:latin typeface="Archivo SemiBold"/>
                <a:ea typeface="Archivo SemiBold"/>
                <a:cs typeface="Archivo SemiBold"/>
                <a:sym typeface="Archivo SemiBold"/>
              </a:defRPr>
            </a:lvl3pPr>
            <a:lvl4pPr lvl="3">
              <a:spcBef>
                <a:spcPts val="0"/>
              </a:spcBef>
              <a:spcAft>
                <a:spcPts val="0"/>
              </a:spcAft>
              <a:buSzPts val="1600"/>
              <a:buFont typeface="Archivo SemiBold"/>
              <a:buNone/>
              <a:defRPr sz="1600">
                <a:latin typeface="Archivo SemiBold"/>
                <a:ea typeface="Archivo SemiBold"/>
                <a:cs typeface="Archivo SemiBold"/>
                <a:sym typeface="Archivo SemiBold"/>
              </a:defRPr>
            </a:lvl4pPr>
            <a:lvl5pPr lvl="4">
              <a:spcBef>
                <a:spcPts val="0"/>
              </a:spcBef>
              <a:spcAft>
                <a:spcPts val="0"/>
              </a:spcAft>
              <a:buSzPts val="1600"/>
              <a:buFont typeface="Archivo SemiBold"/>
              <a:buNone/>
              <a:defRPr sz="1600">
                <a:latin typeface="Archivo SemiBold"/>
                <a:ea typeface="Archivo SemiBold"/>
                <a:cs typeface="Archivo SemiBold"/>
                <a:sym typeface="Archivo SemiBold"/>
              </a:defRPr>
            </a:lvl5pPr>
            <a:lvl6pPr lvl="5">
              <a:spcBef>
                <a:spcPts val="0"/>
              </a:spcBef>
              <a:spcAft>
                <a:spcPts val="0"/>
              </a:spcAft>
              <a:buSzPts val="1600"/>
              <a:buFont typeface="Archivo SemiBold"/>
              <a:buNone/>
              <a:defRPr sz="1600">
                <a:latin typeface="Archivo SemiBold"/>
                <a:ea typeface="Archivo SemiBold"/>
                <a:cs typeface="Archivo SemiBold"/>
                <a:sym typeface="Archivo SemiBold"/>
              </a:defRPr>
            </a:lvl6pPr>
            <a:lvl7pPr lvl="6">
              <a:spcBef>
                <a:spcPts val="0"/>
              </a:spcBef>
              <a:spcAft>
                <a:spcPts val="0"/>
              </a:spcAft>
              <a:buSzPts val="1600"/>
              <a:buFont typeface="Archivo SemiBold"/>
              <a:buNone/>
              <a:defRPr sz="1600">
                <a:latin typeface="Archivo SemiBold"/>
                <a:ea typeface="Archivo SemiBold"/>
                <a:cs typeface="Archivo SemiBold"/>
                <a:sym typeface="Archivo SemiBold"/>
              </a:defRPr>
            </a:lvl7pPr>
            <a:lvl8pPr lvl="7">
              <a:spcBef>
                <a:spcPts val="0"/>
              </a:spcBef>
              <a:spcAft>
                <a:spcPts val="0"/>
              </a:spcAft>
              <a:buSzPts val="1600"/>
              <a:buFont typeface="Archivo SemiBold"/>
              <a:buNone/>
              <a:defRPr sz="1600">
                <a:latin typeface="Archivo SemiBold"/>
                <a:ea typeface="Archivo SemiBold"/>
                <a:cs typeface="Archivo SemiBold"/>
                <a:sym typeface="Archivo SemiBold"/>
              </a:defRPr>
            </a:lvl8pPr>
            <a:lvl9pPr lvl="8">
              <a:spcBef>
                <a:spcPts val="0"/>
              </a:spcBef>
              <a:spcAft>
                <a:spcPts val="0"/>
              </a:spcAft>
              <a:buSzPts val="1600"/>
              <a:buFont typeface="Archivo SemiBold"/>
              <a:buNone/>
              <a:defRPr sz="1600">
                <a:latin typeface="Archivo SemiBold"/>
                <a:ea typeface="Archivo SemiBold"/>
                <a:cs typeface="Archivo SemiBold"/>
                <a:sym typeface="Archivo SemiBold"/>
              </a:defRPr>
            </a:lvl9pPr>
          </a:lstStyle>
          <a:p>
            <a:endParaRPr/>
          </a:p>
        </p:txBody>
      </p:sp>
      <p:sp>
        <p:nvSpPr>
          <p:cNvPr id="185" name="Google Shape;185;p33"/>
          <p:cNvSpPr txBox="1">
            <a:spLocks noGrp="1"/>
          </p:cNvSpPr>
          <p:nvPr>
            <p:ph type="subTitle" idx="4"/>
          </p:nvPr>
        </p:nvSpPr>
        <p:spPr>
          <a:xfrm>
            <a:off x="6665413" y="3444100"/>
            <a:ext cx="2072100" cy="7053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Archivo SemiBold"/>
              <a:buNone/>
              <a:defRPr sz="1600">
                <a:latin typeface="Archivo SemiBold"/>
                <a:ea typeface="Archivo SemiBold"/>
                <a:cs typeface="Archivo SemiBold"/>
                <a:sym typeface="Archivo SemiBold"/>
              </a:defRPr>
            </a:lvl1pPr>
            <a:lvl2pPr lvl="1">
              <a:spcBef>
                <a:spcPts val="0"/>
              </a:spcBef>
              <a:spcAft>
                <a:spcPts val="0"/>
              </a:spcAft>
              <a:buSzPts val="1600"/>
              <a:buFont typeface="Archivo SemiBold"/>
              <a:buNone/>
              <a:defRPr sz="1600">
                <a:latin typeface="Archivo SemiBold"/>
                <a:ea typeface="Archivo SemiBold"/>
                <a:cs typeface="Archivo SemiBold"/>
                <a:sym typeface="Archivo SemiBold"/>
              </a:defRPr>
            </a:lvl2pPr>
            <a:lvl3pPr lvl="2">
              <a:spcBef>
                <a:spcPts val="0"/>
              </a:spcBef>
              <a:spcAft>
                <a:spcPts val="0"/>
              </a:spcAft>
              <a:buSzPts val="1600"/>
              <a:buFont typeface="Archivo SemiBold"/>
              <a:buNone/>
              <a:defRPr sz="1600">
                <a:latin typeface="Archivo SemiBold"/>
                <a:ea typeface="Archivo SemiBold"/>
                <a:cs typeface="Archivo SemiBold"/>
                <a:sym typeface="Archivo SemiBold"/>
              </a:defRPr>
            </a:lvl3pPr>
            <a:lvl4pPr lvl="3">
              <a:spcBef>
                <a:spcPts val="0"/>
              </a:spcBef>
              <a:spcAft>
                <a:spcPts val="0"/>
              </a:spcAft>
              <a:buSzPts val="1600"/>
              <a:buFont typeface="Archivo SemiBold"/>
              <a:buNone/>
              <a:defRPr sz="1600">
                <a:latin typeface="Archivo SemiBold"/>
                <a:ea typeface="Archivo SemiBold"/>
                <a:cs typeface="Archivo SemiBold"/>
                <a:sym typeface="Archivo SemiBold"/>
              </a:defRPr>
            </a:lvl4pPr>
            <a:lvl5pPr lvl="4">
              <a:spcBef>
                <a:spcPts val="0"/>
              </a:spcBef>
              <a:spcAft>
                <a:spcPts val="0"/>
              </a:spcAft>
              <a:buSzPts val="1600"/>
              <a:buFont typeface="Archivo SemiBold"/>
              <a:buNone/>
              <a:defRPr sz="1600">
                <a:latin typeface="Archivo SemiBold"/>
                <a:ea typeface="Archivo SemiBold"/>
                <a:cs typeface="Archivo SemiBold"/>
                <a:sym typeface="Archivo SemiBold"/>
              </a:defRPr>
            </a:lvl5pPr>
            <a:lvl6pPr lvl="5">
              <a:spcBef>
                <a:spcPts val="0"/>
              </a:spcBef>
              <a:spcAft>
                <a:spcPts val="0"/>
              </a:spcAft>
              <a:buSzPts val="1600"/>
              <a:buFont typeface="Archivo SemiBold"/>
              <a:buNone/>
              <a:defRPr sz="1600">
                <a:latin typeface="Archivo SemiBold"/>
                <a:ea typeface="Archivo SemiBold"/>
                <a:cs typeface="Archivo SemiBold"/>
                <a:sym typeface="Archivo SemiBold"/>
              </a:defRPr>
            </a:lvl6pPr>
            <a:lvl7pPr lvl="6">
              <a:spcBef>
                <a:spcPts val="0"/>
              </a:spcBef>
              <a:spcAft>
                <a:spcPts val="0"/>
              </a:spcAft>
              <a:buSzPts val="1600"/>
              <a:buFont typeface="Archivo SemiBold"/>
              <a:buNone/>
              <a:defRPr sz="1600">
                <a:latin typeface="Archivo SemiBold"/>
                <a:ea typeface="Archivo SemiBold"/>
                <a:cs typeface="Archivo SemiBold"/>
                <a:sym typeface="Archivo SemiBold"/>
              </a:defRPr>
            </a:lvl7pPr>
            <a:lvl8pPr lvl="7">
              <a:spcBef>
                <a:spcPts val="0"/>
              </a:spcBef>
              <a:spcAft>
                <a:spcPts val="0"/>
              </a:spcAft>
              <a:buSzPts val="1600"/>
              <a:buFont typeface="Archivo SemiBold"/>
              <a:buNone/>
              <a:defRPr sz="1600">
                <a:latin typeface="Archivo SemiBold"/>
                <a:ea typeface="Archivo SemiBold"/>
                <a:cs typeface="Archivo SemiBold"/>
                <a:sym typeface="Archivo SemiBold"/>
              </a:defRPr>
            </a:lvl8pPr>
            <a:lvl9pPr lvl="8">
              <a:spcBef>
                <a:spcPts val="0"/>
              </a:spcBef>
              <a:spcAft>
                <a:spcPts val="0"/>
              </a:spcAft>
              <a:buSzPts val="1600"/>
              <a:buFont typeface="Archivo SemiBold"/>
              <a:buNone/>
              <a:defRPr sz="1600">
                <a:latin typeface="Archivo SemiBold"/>
                <a:ea typeface="Archivo SemiBold"/>
                <a:cs typeface="Archivo SemiBold"/>
                <a:sym typeface="Archivo SemiBold"/>
              </a:defRPr>
            </a:lvl9pPr>
          </a:lstStyle>
          <a:p>
            <a:endParaRPr/>
          </a:p>
        </p:txBody>
      </p:sp>
      <p:sp>
        <p:nvSpPr>
          <p:cNvPr id="186" name="Google Shape;186;p33"/>
          <p:cNvSpPr txBox="1">
            <a:spLocks noGrp="1"/>
          </p:cNvSpPr>
          <p:nvPr>
            <p:ph type="body" idx="5"/>
          </p:nvPr>
        </p:nvSpPr>
        <p:spPr>
          <a:xfrm>
            <a:off x="448838" y="3843300"/>
            <a:ext cx="1888500" cy="757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Font typeface="IBM Plex Serif"/>
              <a:buChar char="●"/>
              <a:defRPr sz="1200">
                <a:latin typeface="IBM Plex Serif"/>
                <a:ea typeface="IBM Plex Serif"/>
                <a:cs typeface="IBM Plex Serif"/>
                <a:sym typeface="IBM Plex Serif"/>
              </a:defRPr>
            </a:lvl1pPr>
            <a:lvl2pPr marL="914400" lvl="1" indent="-304800">
              <a:spcBef>
                <a:spcPts val="0"/>
              </a:spcBef>
              <a:spcAft>
                <a:spcPts val="0"/>
              </a:spcAft>
              <a:buSzPts val="1200"/>
              <a:buFont typeface="IBM Plex Serif"/>
              <a:buChar char="○"/>
              <a:defRPr sz="1200">
                <a:latin typeface="IBM Plex Serif"/>
                <a:ea typeface="IBM Plex Serif"/>
                <a:cs typeface="IBM Plex Serif"/>
                <a:sym typeface="IBM Plex Serif"/>
              </a:defRPr>
            </a:lvl2pPr>
            <a:lvl3pPr marL="1371600" lvl="2" indent="-304800">
              <a:spcBef>
                <a:spcPts val="0"/>
              </a:spcBef>
              <a:spcAft>
                <a:spcPts val="0"/>
              </a:spcAft>
              <a:buSzPts val="1200"/>
              <a:buFont typeface="IBM Plex Serif"/>
              <a:buChar char="■"/>
              <a:defRPr sz="1200">
                <a:latin typeface="IBM Plex Serif"/>
                <a:ea typeface="IBM Plex Serif"/>
                <a:cs typeface="IBM Plex Serif"/>
                <a:sym typeface="IBM Plex Serif"/>
              </a:defRPr>
            </a:lvl3pPr>
            <a:lvl4pPr marL="1828800" lvl="3" indent="-304800">
              <a:spcBef>
                <a:spcPts val="0"/>
              </a:spcBef>
              <a:spcAft>
                <a:spcPts val="0"/>
              </a:spcAft>
              <a:buSzPts val="1200"/>
              <a:buFont typeface="IBM Plex Serif"/>
              <a:buChar char="●"/>
              <a:defRPr sz="1200">
                <a:latin typeface="IBM Plex Serif"/>
                <a:ea typeface="IBM Plex Serif"/>
                <a:cs typeface="IBM Plex Serif"/>
                <a:sym typeface="IBM Plex Serif"/>
              </a:defRPr>
            </a:lvl4pPr>
            <a:lvl5pPr marL="2286000" lvl="4" indent="-304800">
              <a:spcBef>
                <a:spcPts val="0"/>
              </a:spcBef>
              <a:spcAft>
                <a:spcPts val="0"/>
              </a:spcAft>
              <a:buSzPts val="1200"/>
              <a:buFont typeface="IBM Plex Serif"/>
              <a:buChar char="○"/>
              <a:defRPr sz="1200">
                <a:latin typeface="IBM Plex Serif"/>
                <a:ea typeface="IBM Plex Serif"/>
                <a:cs typeface="IBM Plex Serif"/>
                <a:sym typeface="IBM Plex Serif"/>
              </a:defRPr>
            </a:lvl5pPr>
            <a:lvl6pPr marL="2743200" lvl="5" indent="-304800">
              <a:spcBef>
                <a:spcPts val="0"/>
              </a:spcBef>
              <a:spcAft>
                <a:spcPts val="0"/>
              </a:spcAft>
              <a:buSzPts val="1200"/>
              <a:buFont typeface="IBM Plex Serif"/>
              <a:buChar char="■"/>
              <a:defRPr sz="1200">
                <a:latin typeface="IBM Plex Serif"/>
                <a:ea typeface="IBM Plex Serif"/>
                <a:cs typeface="IBM Plex Serif"/>
                <a:sym typeface="IBM Plex Serif"/>
              </a:defRPr>
            </a:lvl6pPr>
            <a:lvl7pPr marL="3200400" lvl="6" indent="-304800">
              <a:spcBef>
                <a:spcPts val="0"/>
              </a:spcBef>
              <a:spcAft>
                <a:spcPts val="0"/>
              </a:spcAft>
              <a:buSzPts val="1200"/>
              <a:buFont typeface="IBM Plex Serif"/>
              <a:buChar char="●"/>
              <a:defRPr sz="1200">
                <a:latin typeface="IBM Plex Serif"/>
                <a:ea typeface="IBM Plex Serif"/>
                <a:cs typeface="IBM Plex Serif"/>
                <a:sym typeface="IBM Plex Serif"/>
              </a:defRPr>
            </a:lvl7pPr>
            <a:lvl8pPr marL="3657600" lvl="7" indent="-304800">
              <a:spcBef>
                <a:spcPts val="0"/>
              </a:spcBef>
              <a:spcAft>
                <a:spcPts val="0"/>
              </a:spcAft>
              <a:buSzPts val="1200"/>
              <a:buFont typeface="IBM Plex Serif"/>
              <a:buChar char="○"/>
              <a:defRPr sz="1200">
                <a:latin typeface="IBM Plex Serif"/>
                <a:ea typeface="IBM Plex Serif"/>
                <a:cs typeface="IBM Plex Serif"/>
                <a:sym typeface="IBM Plex Serif"/>
              </a:defRPr>
            </a:lvl8pPr>
            <a:lvl9pPr marL="4114800" lvl="8" indent="-304800">
              <a:spcBef>
                <a:spcPts val="0"/>
              </a:spcBef>
              <a:spcAft>
                <a:spcPts val="0"/>
              </a:spcAft>
              <a:buSzPts val="1200"/>
              <a:buFont typeface="IBM Plex Serif"/>
              <a:buChar char="■"/>
              <a:defRPr sz="1200">
                <a:latin typeface="IBM Plex Serif"/>
                <a:ea typeface="IBM Plex Serif"/>
                <a:cs typeface="IBM Plex Serif"/>
                <a:sym typeface="IBM Plex Serif"/>
              </a:defRPr>
            </a:lvl9pPr>
          </a:lstStyle>
          <a:p>
            <a:endParaRPr/>
          </a:p>
        </p:txBody>
      </p:sp>
      <p:sp>
        <p:nvSpPr>
          <p:cNvPr id="187" name="Google Shape;187;p33"/>
          <p:cNvSpPr txBox="1">
            <a:spLocks noGrp="1"/>
          </p:cNvSpPr>
          <p:nvPr>
            <p:ph type="body" idx="6"/>
          </p:nvPr>
        </p:nvSpPr>
        <p:spPr>
          <a:xfrm>
            <a:off x="2521063" y="3843300"/>
            <a:ext cx="1888500" cy="757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Font typeface="IBM Plex Serif"/>
              <a:buChar char="●"/>
              <a:defRPr sz="1200">
                <a:latin typeface="IBM Plex Serif"/>
                <a:ea typeface="IBM Plex Serif"/>
                <a:cs typeface="IBM Plex Serif"/>
                <a:sym typeface="IBM Plex Serif"/>
              </a:defRPr>
            </a:lvl1pPr>
            <a:lvl2pPr marL="914400" lvl="1" indent="-304800">
              <a:spcBef>
                <a:spcPts val="0"/>
              </a:spcBef>
              <a:spcAft>
                <a:spcPts val="0"/>
              </a:spcAft>
              <a:buSzPts val="1200"/>
              <a:buFont typeface="IBM Plex Serif"/>
              <a:buChar char="○"/>
              <a:defRPr sz="1200">
                <a:latin typeface="IBM Plex Serif"/>
                <a:ea typeface="IBM Plex Serif"/>
                <a:cs typeface="IBM Plex Serif"/>
                <a:sym typeface="IBM Plex Serif"/>
              </a:defRPr>
            </a:lvl2pPr>
            <a:lvl3pPr marL="1371600" lvl="2" indent="-304800">
              <a:spcBef>
                <a:spcPts val="0"/>
              </a:spcBef>
              <a:spcAft>
                <a:spcPts val="0"/>
              </a:spcAft>
              <a:buSzPts val="1200"/>
              <a:buFont typeface="IBM Plex Serif"/>
              <a:buChar char="■"/>
              <a:defRPr sz="1200">
                <a:latin typeface="IBM Plex Serif"/>
                <a:ea typeface="IBM Plex Serif"/>
                <a:cs typeface="IBM Plex Serif"/>
                <a:sym typeface="IBM Plex Serif"/>
              </a:defRPr>
            </a:lvl3pPr>
            <a:lvl4pPr marL="1828800" lvl="3" indent="-304800">
              <a:spcBef>
                <a:spcPts val="0"/>
              </a:spcBef>
              <a:spcAft>
                <a:spcPts val="0"/>
              </a:spcAft>
              <a:buSzPts val="1200"/>
              <a:buFont typeface="IBM Plex Serif"/>
              <a:buChar char="●"/>
              <a:defRPr sz="1200">
                <a:latin typeface="IBM Plex Serif"/>
                <a:ea typeface="IBM Plex Serif"/>
                <a:cs typeface="IBM Plex Serif"/>
                <a:sym typeface="IBM Plex Serif"/>
              </a:defRPr>
            </a:lvl4pPr>
            <a:lvl5pPr marL="2286000" lvl="4" indent="-304800">
              <a:spcBef>
                <a:spcPts val="0"/>
              </a:spcBef>
              <a:spcAft>
                <a:spcPts val="0"/>
              </a:spcAft>
              <a:buSzPts val="1200"/>
              <a:buFont typeface="IBM Plex Serif"/>
              <a:buChar char="○"/>
              <a:defRPr sz="1200">
                <a:latin typeface="IBM Plex Serif"/>
                <a:ea typeface="IBM Plex Serif"/>
                <a:cs typeface="IBM Plex Serif"/>
                <a:sym typeface="IBM Plex Serif"/>
              </a:defRPr>
            </a:lvl5pPr>
            <a:lvl6pPr marL="2743200" lvl="5" indent="-304800">
              <a:spcBef>
                <a:spcPts val="0"/>
              </a:spcBef>
              <a:spcAft>
                <a:spcPts val="0"/>
              </a:spcAft>
              <a:buSzPts val="1200"/>
              <a:buFont typeface="IBM Plex Serif"/>
              <a:buChar char="■"/>
              <a:defRPr sz="1200">
                <a:latin typeface="IBM Plex Serif"/>
                <a:ea typeface="IBM Plex Serif"/>
                <a:cs typeface="IBM Plex Serif"/>
                <a:sym typeface="IBM Plex Serif"/>
              </a:defRPr>
            </a:lvl6pPr>
            <a:lvl7pPr marL="3200400" lvl="6" indent="-304800">
              <a:spcBef>
                <a:spcPts val="0"/>
              </a:spcBef>
              <a:spcAft>
                <a:spcPts val="0"/>
              </a:spcAft>
              <a:buSzPts val="1200"/>
              <a:buFont typeface="IBM Plex Serif"/>
              <a:buChar char="●"/>
              <a:defRPr sz="1200">
                <a:latin typeface="IBM Plex Serif"/>
                <a:ea typeface="IBM Plex Serif"/>
                <a:cs typeface="IBM Plex Serif"/>
                <a:sym typeface="IBM Plex Serif"/>
              </a:defRPr>
            </a:lvl7pPr>
            <a:lvl8pPr marL="3657600" lvl="7" indent="-304800">
              <a:spcBef>
                <a:spcPts val="0"/>
              </a:spcBef>
              <a:spcAft>
                <a:spcPts val="0"/>
              </a:spcAft>
              <a:buSzPts val="1200"/>
              <a:buFont typeface="IBM Plex Serif"/>
              <a:buChar char="○"/>
              <a:defRPr sz="1200">
                <a:latin typeface="IBM Plex Serif"/>
                <a:ea typeface="IBM Plex Serif"/>
                <a:cs typeface="IBM Plex Serif"/>
                <a:sym typeface="IBM Plex Serif"/>
              </a:defRPr>
            </a:lvl8pPr>
            <a:lvl9pPr marL="4114800" lvl="8" indent="-304800">
              <a:spcBef>
                <a:spcPts val="0"/>
              </a:spcBef>
              <a:spcAft>
                <a:spcPts val="0"/>
              </a:spcAft>
              <a:buSzPts val="1200"/>
              <a:buFont typeface="IBM Plex Serif"/>
              <a:buChar char="■"/>
              <a:defRPr sz="1200">
                <a:latin typeface="IBM Plex Serif"/>
                <a:ea typeface="IBM Plex Serif"/>
                <a:cs typeface="IBM Plex Serif"/>
                <a:sym typeface="IBM Plex Serif"/>
              </a:defRPr>
            </a:lvl9pPr>
          </a:lstStyle>
          <a:p>
            <a:endParaRPr/>
          </a:p>
        </p:txBody>
      </p:sp>
      <p:sp>
        <p:nvSpPr>
          <p:cNvPr id="188" name="Google Shape;188;p33"/>
          <p:cNvSpPr txBox="1">
            <a:spLocks noGrp="1"/>
          </p:cNvSpPr>
          <p:nvPr>
            <p:ph type="body" idx="7"/>
          </p:nvPr>
        </p:nvSpPr>
        <p:spPr>
          <a:xfrm>
            <a:off x="4593238" y="3843300"/>
            <a:ext cx="1888500" cy="757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Font typeface="IBM Plex Serif"/>
              <a:buChar char="●"/>
              <a:defRPr sz="1200">
                <a:latin typeface="IBM Plex Serif"/>
                <a:ea typeface="IBM Plex Serif"/>
                <a:cs typeface="IBM Plex Serif"/>
                <a:sym typeface="IBM Plex Serif"/>
              </a:defRPr>
            </a:lvl1pPr>
            <a:lvl2pPr marL="914400" lvl="1" indent="-304800">
              <a:spcBef>
                <a:spcPts val="0"/>
              </a:spcBef>
              <a:spcAft>
                <a:spcPts val="0"/>
              </a:spcAft>
              <a:buSzPts val="1200"/>
              <a:buFont typeface="IBM Plex Serif"/>
              <a:buChar char="○"/>
              <a:defRPr sz="1200">
                <a:latin typeface="IBM Plex Serif"/>
                <a:ea typeface="IBM Plex Serif"/>
                <a:cs typeface="IBM Plex Serif"/>
                <a:sym typeface="IBM Plex Serif"/>
              </a:defRPr>
            </a:lvl2pPr>
            <a:lvl3pPr marL="1371600" lvl="2" indent="-304800">
              <a:spcBef>
                <a:spcPts val="0"/>
              </a:spcBef>
              <a:spcAft>
                <a:spcPts val="0"/>
              </a:spcAft>
              <a:buSzPts val="1200"/>
              <a:buFont typeface="IBM Plex Serif"/>
              <a:buChar char="■"/>
              <a:defRPr sz="1200">
                <a:latin typeface="IBM Plex Serif"/>
                <a:ea typeface="IBM Plex Serif"/>
                <a:cs typeface="IBM Plex Serif"/>
                <a:sym typeface="IBM Plex Serif"/>
              </a:defRPr>
            </a:lvl3pPr>
            <a:lvl4pPr marL="1828800" lvl="3" indent="-304800">
              <a:spcBef>
                <a:spcPts val="0"/>
              </a:spcBef>
              <a:spcAft>
                <a:spcPts val="0"/>
              </a:spcAft>
              <a:buSzPts val="1200"/>
              <a:buFont typeface="IBM Plex Serif"/>
              <a:buChar char="●"/>
              <a:defRPr sz="1200">
                <a:latin typeface="IBM Plex Serif"/>
                <a:ea typeface="IBM Plex Serif"/>
                <a:cs typeface="IBM Plex Serif"/>
                <a:sym typeface="IBM Plex Serif"/>
              </a:defRPr>
            </a:lvl4pPr>
            <a:lvl5pPr marL="2286000" lvl="4" indent="-304800">
              <a:spcBef>
                <a:spcPts val="0"/>
              </a:spcBef>
              <a:spcAft>
                <a:spcPts val="0"/>
              </a:spcAft>
              <a:buSzPts val="1200"/>
              <a:buFont typeface="IBM Plex Serif"/>
              <a:buChar char="○"/>
              <a:defRPr sz="1200">
                <a:latin typeface="IBM Plex Serif"/>
                <a:ea typeface="IBM Plex Serif"/>
                <a:cs typeface="IBM Plex Serif"/>
                <a:sym typeface="IBM Plex Serif"/>
              </a:defRPr>
            </a:lvl5pPr>
            <a:lvl6pPr marL="2743200" lvl="5" indent="-304800">
              <a:spcBef>
                <a:spcPts val="0"/>
              </a:spcBef>
              <a:spcAft>
                <a:spcPts val="0"/>
              </a:spcAft>
              <a:buSzPts val="1200"/>
              <a:buFont typeface="IBM Plex Serif"/>
              <a:buChar char="■"/>
              <a:defRPr sz="1200">
                <a:latin typeface="IBM Plex Serif"/>
                <a:ea typeface="IBM Plex Serif"/>
                <a:cs typeface="IBM Plex Serif"/>
                <a:sym typeface="IBM Plex Serif"/>
              </a:defRPr>
            </a:lvl6pPr>
            <a:lvl7pPr marL="3200400" lvl="6" indent="-304800">
              <a:spcBef>
                <a:spcPts val="0"/>
              </a:spcBef>
              <a:spcAft>
                <a:spcPts val="0"/>
              </a:spcAft>
              <a:buSzPts val="1200"/>
              <a:buFont typeface="IBM Plex Serif"/>
              <a:buChar char="●"/>
              <a:defRPr sz="1200">
                <a:latin typeface="IBM Plex Serif"/>
                <a:ea typeface="IBM Plex Serif"/>
                <a:cs typeface="IBM Plex Serif"/>
                <a:sym typeface="IBM Plex Serif"/>
              </a:defRPr>
            </a:lvl7pPr>
            <a:lvl8pPr marL="3657600" lvl="7" indent="-304800">
              <a:spcBef>
                <a:spcPts val="0"/>
              </a:spcBef>
              <a:spcAft>
                <a:spcPts val="0"/>
              </a:spcAft>
              <a:buSzPts val="1200"/>
              <a:buFont typeface="IBM Plex Serif"/>
              <a:buChar char="○"/>
              <a:defRPr sz="1200">
                <a:latin typeface="IBM Plex Serif"/>
                <a:ea typeface="IBM Plex Serif"/>
                <a:cs typeface="IBM Plex Serif"/>
                <a:sym typeface="IBM Plex Serif"/>
              </a:defRPr>
            </a:lvl8pPr>
            <a:lvl9pPr marL="4114800" lvl="8" indent="-304800">
              <a:spcBef>
                <a:spcPts val="0"/>
              </a:spcBef>
              <a:spcAft>
                <a:spcPts val="0"/>
              </a:spcAft>
              <a:buSzPts val="1200"/>
              <a:buFont typeface="IBM Plex Serif"/>
              <a:buChar char="■"/>
              <a:defRPr sz="1200">
                <a:latin typeface="IBM Plex Serif"/>
                <a:ea typeface="IBM Plex Serif"/>
                <a:cs typeface="IBM Plex Serif"/>
                <a:sym typeface="IBM Plex Serif"/>
              </a:defRPr>
            </a:lvl9pPr>
          </a:lstStyle>
          <a:p>
            <a:endParaRPr/>
          </a:p>
        </p:txBody>
      </p:sp>
      <p:sp>
        <p:nvSpPr>
          <p:cNvPr id="189" name="Google Shape;189;p33"/>
          <p:cNvSpPr txBox="1">
            <a:spLocks noGrp="1"/>
          </p:cNvSpPr>
          <p:nvPr>
            <p:ph type="body" idx="8"/>
          </p:nvPr>
        </p:nvSpPr>
        <p:spPr>
          <a:xfrm>
            <a:off x="6665413" y="3843300"/>
            <a:ext cx="1888500" cy="757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Font typeface="IBM Plex Serif"/>
              <a:buChar char="●"/>
              <a:defRPr sz="1200">
                <a:latin typeface="IBM Plex Serif"/>
                <a:ea typeface="IBM Plex Serif"/>
                <a:cs typeface="IBM Plex Serif"/>
                <a:sym typeface="IBM Plex Serif"/>
              </a:defRPr>
            </a:lvl1pPr>
            <a:lvl2pPr marL="914400" lvl="1" indent="-304800">
              <a:spcBef>
                <a:spcPts val="0"/>
              </a:spcBef>
              <a:spcAft>
                <a:spcPts val="0"/>
              </a:spcAft>
              <a:buSzPts val="1200"/>
              <a:buFont typeface="IBM Plex Serif"/>
              <a:buChar char="○"/>
              <a:defRPr sz="1200">
                <a:latin typeface="IBM Plex Serif"/>
                <a:ea typeface="IBM Plex Serif"/>
                <a:cs typeface="IBM Plex Serif"/>
                <a:sym typeface="IBM Plex Serif"/>
              </a:defRPr>
            </a:lvl2pPr>
            <a:lvl3pPr marL="1371600" lvl="2" indent="-304800">
              <a:spcBef>
                <a:spcPts val="0"/>
              </a:spcBef>
              <a:spcAft>
                <a:spcPts val="0"/>
              </a:spcAft>
              <a:buSzPts val="1200"/>
              <a:buFont typeface="IBM Plex Serif"/>
              <a:buChar char="■"/>
              <a:defRPr sz="1200">
                <a:latin typeface="IBM Plex Serif"/>
                <a:ea typeface="IBM Plex Serif"/>
                <a:cs typeface="IBM Plex Serif"/>
                <a:sym typeface="IBM Plex Serif"/>
              </a:defRPr>
            </a:lvl3pPr>
            <a:lvl4pPr marL="1828800" lvl="3" indent="-304800">
              <a:spcBef>
                <a:spcPts val="0"/>
              </a:spcBef>
              <a:spcAft>
                <a:spcPts val="0"/>
              </a:spcAft>
              <a:buSzPts val="1200"/>
              <a:buFont typeface="IBM Plex Serif"/>
              <a:buChar char="●"/>
              <a:defRPr sz="1200">
                <a:latin typeface="IBM Plex Serif"/>
                <a:ea typeface="IBM Plex Serif"/>
                <a:cs typeface="IBM Plex Serif"/>
                <a:sym typeface="IBM Plex Serif"/>
              </a:defRPr>
            </a:lvl4pPr>
            <a:lvl5pPr marL="2286000" lvl="4" indent="-304800">
              <a:spcBef>
                <a:spcPts val="0"/>
              </a:spcBef>
              <a:spcAft>
                <a:spcPts val="0"/>
              </a:spcAft>
              <a:buSzPts val="1200"/>
              <a:buFont typeface="IBM Plex Serif"/>
              <a:buChar char="○"/>
              <a:defRPr sz="1200">
                <a:latin typeface="IBM Plex Serif"/>
                <a:ea typeface="IBM Plex Serif"/>
                <a:cs typeface="IBM Plex Serif"/>
                <a:sym typeface="IBM Plex Serif"/>
              </a:defRPr>
            </a:lvl5pPr>
            <a:lvl6pPr marL="2743200" lvl="5" indent="-304800">
              <a:spcBef>
                <a:spcPts val="0"/>
              </a:spcBef>
              <a:spcAft>
                <a:spcPts val="0"/>
              </a:spcAft>
              <a:buSzPts val="1200"/>
              <a:buFont typeface="IBM Plex Serif"/>
              <a:buChar char="■"/>
              <a:defRPr sz="1200">
                <a:latin typeface="IBM Plex Serif"/>
                <a:ea typeface="IBM Plex Serif"/>
                <a:cs typeface="IBM Plex Serif"/>
                <a:sym typeface="IBM Plex Serif"/>
              </a:defRPr>
            </a:lvl6pPr>
            <a:lvl7pPr marL="3200400" lvl="6" indent="-304800">
              <a:spcBef>
                <a:spcPts val="0"/>
              </a:spcBef>
              <a:spcAft>
                <a:spcPts val="0"/>
              </a:spcAft>
              <a:buSzPts val="1200"/>
              <a:buFont typeface="IBM Plex Serif"/>
              <a:buChar char="●"/>
              <a:defRPr sz="1200">
                <a:latin typeface="IBM Plex Serif"/>
                <a:ea typeface="IBM Plex Serif"/>
                <a:cs typeface="IBM Plex Serif"/>
                <a:sym typeface="IBM Plex Serif"/>
              </a:defRPr>
            </a:lvl7pPr>
            <a:lvl8pPr marL="3657600" lvl="7" indent="-304800">
              <a:spcBef>
                <a:spcPts val="0"/>
              </a:spcBef>
              <a:spcAft>
                <a:spcPts val="0"/>
              </a:spcAft>
              <a:buSzPts val="1200"/>
              <a:buFont typeface="IBM Plex Serif"/>
              <a:buChar char="○"/>
              <a:defRPr sz="1200">
                <a:latin typeface="IBM Plex Serif"/>
                <a:ea typeface="IBM Plex Serif"/>
                <a:cs typeface="IBM Plex Serif"/>
                <a:sym typeface="IBM Plex Serif"/>
              </a:defRPr>
            </a:lvl8pPr>
            <a:lvl9pPr marL="4114800" lvl="8" indent="-304800">
              <a:spcBef>
                <a:spcPts val="0"/>
              </a:spcBef>
              <a:spcAft>
                <a:spcPts val="0"/>
              </a:spcAft>
              <a:buSzPts val="1200"/>
              <a:buFont typeface="IBM Plex Serif"/>
              <a:buChar char="■"/>
              <a:defRPr sz="1200">
                <a:latin typeface="IBM Plex Serif"/>
                <a:ea typeface="IBM Plex Serif"/>
                <a:cs typeface="IBM Plex Serif"/>
                <a:sym typeface="IBM Plex Serif"/>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Meet The Team" type="tx">
  <p:cSld name="TITLE_AND_BODY">
    <p:bg>
      <p:bgPr>
        <a:solidFill>
          <a:schemeClr val="lt1"/>
        </a:solidFill>
        <a:effectLst/>
      </p:bgPr>
    </p:bg>
    <p:spTree>
      <p:nvGrpSpPr>
        <p:cNvPr id="1" name="Shape 190"/>
        <p:cNvGrpSpPr/>
        <p:nvPr/>
      </p:nvGrpSpPr>
      <p:grpSpPr>
        <a:xfrm>
          <a:off x="0" y="0"/>
          <a:ext cx="0" cy="0"/>
          <a:chOff x="0" y="0"/>
          <a:chExt cx="0" cy="0"/>
        </a:xfrm>
      </p:grpSpPr>
      <p:sp>
        <p:nvSpPr>
          <p:cNvPr id="191" name="Google Shape;191;p34"/>
          <p:cNvSpPr>
            <a:spLocks noGrp="1"/>
          </p:cNvSpPr>
          <p:nvPr>
            <p:ph type="pic" idx="2"/>
          </p:nvPr>
        </p:nvSpPr>
        <p:spPr>
          <a:xfrm>
            <a:off x="1210350" y="2258475"/>
            <a:ext cx="903600" cy="634500"/>
          </a:xfrm>
          <a:prstGeom prst="roundRect">
            <a:avLst>
              <a:gd name="adj" fmla="val 50000"/>
            </a:avLst>
          </a:prstGeom>
          <a:noFill/>
          <a:ln>
            <a:noFill/>
          </a:ln>
        </p:spPr>
      </p:sp>
      <p:sp>
        <p:nvSpPr>
          <p:cNvPr id="192" name="Google Shape;192;p34"/>
          <p:cNvSpPr>
            <a:spLocks noGrp="1"/>
          </p:cNvSpPr>
          <p:nvPr>
            <p:ph type="pic" idx="3"/>
          </p:nvPr>
        </p:nvSpPr>
        <p:spPr>
          <a:xfrm>
            <a:off x="1210350" y="3033200"/>
            <a:ext cx="903600" cy="634500"/>
          </a:xfrm>
          <a:prstGeom prst="roundRect">
            <a:avLst>
              <a:gd name="adj" fmla="val 50000"/>
            </a:avLst>
          </a:prstGeom>
          <a:noFill/>
          <a:ln>
            <a:noFill/>
          </a:ln>
        </p:spPr>
      </p:sp>
      <p:sp>
        <p:nvSpPr>
          <p:cNvPr id="193" name="Google Shape;193;p34"/>
          <p:cNvSpPr>
            <a:spLocks noGrp="1"/>
          </p:cNvSpPr>
          <p:nvPr>
            <p:ph type="pic" idx="4"/>
          </p:nvPr>
        </p:nvSpPr>
        <p:spPr>
          <a:xfrm>
            <a:off x="1210350" y="3886350"/>
            <a:ext cx="903600" cy="634500"/>
          </a:xfrm>
          <a:prstGeom prst="roundRect">
            <a:avLst>
              <a:gd name="adj" fmla="val 50000"/>
            </a:avLst>
          </a:prstGeom>
          <a:noFill/>
          <a:ln>
            <a:noFill/>
          </a:ln>
        </p:spPr>
      </p:sp>
      <p:sp>
        <p:nvSpPr>
          <p:cNvPr id="194" name="Google Shape;194;p34"/>
          <p:cNvSpPr>
            <a:spLocks noGrp="1"/>
          </p:cNvSpPr>
          <p:nvPr>
            <p:ph type="pic" idx="5"/>
          </p:nvPr>
        </p:nvSpPr>
        <p:spPr>
          <a:xfrm>
            <a:off x="7030050" y="2258475"/>
            <a:ext cx="903600" cy="634500"/>
          </a:xfrm>
          <a:prstGeom prst="roundRect">
            <a:avLst>
              <a:gd name="adj" fmla="val 50000"/>
            </a:avLst>
          </a:prstGeom>
          <a:noFill/>
          <a:ln>
            <a:noFill/>
          </a:ln>
        </p:spPr>
      </p:sp>
      <p:sp>
        <p:nvSpPr>
          <p:cNvPr id="195" name="Google Shape;195;p34"/>
          <p:cNvSpPr>
            <a:spLocks noGrp="1"/>
          </p:cNvSpPr>
          <p:nvPr>
            <p:ph type="pic" idx="6"/>
          </p:nvPr>
        </p:nvSpPr>
        <p:spPr>
          <a:xfrm>
            <a:off x="7030050" y="3033200"/>
            <a:ext cx="903600" cy="634500"/>
          </a:xfrm>
          <a:prstGeom prst="roundRect">
            <a:avLst>
              <a:gd name="adj" fmla="val 50000"/>
            </a:avLst>
          </a:prstGeom>
          <a:noFill/>
          <a:ln>
            <a:noFill/>
          </a:ln>
        </p:spPr>
      </p:sp>
      <p:sp>
        <p:nvSpPr>
          <p:cNvPr id="196" name="Google Shape;196;p34"/>
          <p:cNvSpPr>
            <a:spLocks noGrp="1"/>
          </p:cNvSpPr>
          <p:nvPr>
            <p:ph type="pic" idx="7"/>
          </p:nvPr>
        </p:nvSpPr>
        <p:spPr>
          <a:xfrm>
            <a:off x="7030050" y="3886350"/>
            <a:ext cx="903600" cy="634500"/>
          </a:xfrm>
          <a:prstGeom prst="roundRect">
            <a:avLst>
              <a:gd name="adj" fmla="val 50000"/>
            </a:avLst>
          </a:prstGeom>
          <a:noFill/>
          <a:ln>
            <a:noFill/>
          </a:ln>
        </p:spPr>
      </p:sp>
      <p:sp>
        <p:nvSpPr>
          <p:cNvPr id="197" name="Google Shape;197;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solidFill>
                  <a:schemeClr val="dk1"/>
                </a:solidFill>
                <a:latin typeface="Archivo"/>
                <a:ea typeface="Archivo"/>
                <a:cs typeface="Archivo"/>
                <a:sym typeface="Archivo"/>
              </a:defRPr>
            </a:lvl1pPr>
            <a:lvl2pPr lvl="1">
              <a:buNone/>
              <a:defRPr>
                <a:solidFill>
                  <a:schemeClr val="dk1"/>
                </a:solidFill>
                <a:latin typeface="Archivo"/>
                <a:ea typeface="Archivo"/>
                <a:cs typeface="Archivo"/>
                <a:sym typeface="Archivo"/>
              </a:defRPr>
            </a:lvl2pPr>
            <a:lvl3pPr lvl="2">
              <a:buNone/>
              <a:defRPr>
                <a:solidFill>
                  <a:schemeClr val="dk1"/>
                </a:solidFill>
                <a:latin typeface="Archivo"/>
                <a:ea typeface="Archivo"/>
                <a:cs typeface="Archivo"/>
                <a:sym typeface="Archivo"/>
              </a:defRPr>
            </a:lvl3pPr>
            <a:lvl4pPr lvl="3">
              <a:buNone/>
              <a:defRPr>
                <a:solidFill>
                  <a:schemeClr val="dk1"/>
                </a:solidFill>
                <a:latin typeface="Archivo"/>
                <a:ea typeface="Archivo"/>
                <a:cs typeface="Archivo"/>
                <a:sym typeface="Archivo"/>
              </a:defRPr>
            </a:lvl4pPr>
            <a:lvl5pPr lvl="4">
              <a:buNone/>
              <a:defRPr>
                <a:solidFill>
                  <a:schemeClr val="dk1"/>
                </a:solidFill>
                <a:latin typeface="Archivo"/>
                <a:ea typeface="Archivo"/>
                <a:cs typeface="Archivo"/>
                <a:sym typeface="Archivo"/>
              </a:defRPr>
            </a:lvl5pPr>
            <a:lvl6pPr lvl="5">
              <a:buNone/>
              <a:defRPr>
                <a:solidFill>
                  <a:schemeClr val="dk1"/>
                </a:solidFill>
                <a:latin typeface="Archivo"/>
                <a:ea typeface="Archivo"/>
                <a:cs typeface="Archivo"/>
                <a:sym typeface="Archivo"/>
              </a:defRPr>
            </a:lvl6pPr>
            <a:lvl7pPr lvl="6">
              <a:buNone/>
              <a:defRPr>
                <a:solidFill>
                  <a:schemeClr val="dk1"/>
                </a:solidFill>
                <a:latin typeface="Archivo"/>
                <a:ea typeface="Archivo"/>
                <a:cs typeface="Archivo"/>
                <a:sym typeface="Archivo"/>
              </a:defRPr>
            </a:lvl7pPr>
            <a:lvl8pPr lvl="7">
              <a:buNone/>
              <a:defRPr>
                <a:solidFill>
                  <a:schemeClr val="dk1"/>
                </a:solidFill>
                <a:latin typeface="Archivo"/>
                <a:ea typeface="Archivo"/>
                <a:cs typeface="Archivo"/>
                <a:sym typeface="Archivo"/>
              </a:defRPr>
            </a:lvl8pPr>
            <a:lvl9pPr lvl="8">
              <a:buNone/>
              <a:defRPr>
                <a:solidFill>
                  <a:schemeClr val="dk1"/>
                </a:solidFill>
                <a:latin typeface="Archivo"/>
                <a:ea typeface="Archivo"/>
                <a:cs typeface="Archivo"/>
                <a:sym typeface="Archivo"/>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198" name="Google Shape;198;p34"/>
          <p:cNvSpPr txBox="1">
            <a:spLocks noGrp="1"/>
          </p:cNvSpPr>
          <p:nvPr>
            <p:ph type="subTitle" idx="1"/>
          </p:nvPr>
        </p:nvSpPr>
        <p:spPr>
          <a:xfrm>
            <a:off x="2195900" y="1707550"/>
            <a:ext cx="2217000" cy="6345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600"/>
              <a:buFont typeface="Archivo"/>
              <a:buNone/>
              <a:defRPr sz="2600"/>
            </a:lvl1pPr>
            <a:lvl2pPr lvl="1" algn="ctr">
              <a:spcBef>
                <a:spcPts val="0"/>
              </a:spcBef>
              <a:spcAft>
                <a:spcPts val="0"/>
              </a:spcAft>
              <a:buClr>
                <a:schemeClr val="dk1"/>
              </a:buClr>
              <a:buSzPts val="2600"/>
              <a:buFont typeface="Archivo"/>
              <a:buNone/>
              <a:defRPr sz="2600" b="1"/>
            </a:lvl2pPr>
            <a:lvl3pPr lvl="2" algn="ctr">
              <a:spcBef>
                <a:spcPts val="0"/>
              </a:spcBef>
              <a:spcAft>
                <a:spcPts val="0"/>
              </a:spcAft>
              <a:buClr>
                <a:schemeClr val="dk1"/>
              </a:buClr>
              <a:buSzPts val="2600"/>
              <a:buFont typeface="Archivo"/>
              <a:buNone/>
              <a:defRPr sz="2600" b="1"/>
            </a:lvl3pPr>
            <a:lvl4pPr lvl="3" algn="ctr">
              <a:spcBef>
                <a:spcPts val="0"/>
              </a:spcBef>
              <a:spcAft>
                <a:spcPts val="0"/>
              </a:spcAft>
              <a:buClr>
                <a:schemeClr val="dk1"/>
              </a:buClr>
              <a:buSzPts val="2600"/>
              <a:buFont typeface="Archivo"/>
              <a:buNone/>
              <a:defRPr sz="2600" b="1"/>
            </a:lvl4pPr>
            <a:lvl5pPr lvl="4" algn="ctr">
              <a:spcBef>
                <a:spcPts val="0"/>
              </a:spcBef>
              <a:spcAft>
                <a:spcPts val="0"/>
              </a:spcAft>
              <a:buClr>
                <a:schemeClr val="dk1"/>
              </a:buClr>
              <a:buSzPts val="2600"/>
              <a:buFont typeface="Archivo"/>
              <a:buNone/>
              <a:defRPr sz="2600" b="1"/>
            </a:lvl5pPr>
            <a:lvl6pPr lvl="5" algn="ctr">
              <a:spcBef>
                <a:spcPts val="0"/>
              </a:spcBef>
              <a:spcAft>
                <a:spcPts val="0"/>
              </a:spcAft>
              <a:buClr>
                <a:schemeClr val="dk1"/>
              </a:buClr>
              <a:buSzPts val="2600"/>
              <a:buFont typeface="Archivo"/>
              <a:buNone/>
              <a:defRPr sz="2600" b="1"/>
            </a:lvl6pPr>
            <a:lvl7pPr lvl="6" algn="ctr">
              <a:spcBef>
                <a:spcPts val="0"/>
              </a:spcBef>
              <a:spcAft>
                <a:spcPts val="0"/>
              </a:spcAft>
              <a:buClr>
                <a:schemeClr val="dk1"/>
              </a:buClr>
              <a:buSzPts val="2600"/>
              <a:buFont typeface="Archivo"/>
              <a:buNone/>
              <a:defRPr sz="2600" b="1"/>
            </a:lvl7pPr>
            <a:lvl8pPr lvl="7" algn="ctr">
              <a:spcBef>
                <a:spcPts val="0"/>
              </a:spcBef>
              <a:spcAft>
                <a:spcPts val="0"/>
              </a:spcAft>
              <a:buClr>
                <a:schemeClr val="dk1"/>
              </a:buClr>
              <a:buSzPts val="2600"/>
              <a:buFont typeface="Archivo"/>
              <a:buNone/>
              <a:defRPr sz="2600" b="1"/>
            </a:lvl8pPr>
            <a:lvl9pPr lvl="8" algn="ctr">
              <a:spcBef>
                <a:spcPts val="0"/>
              </a:spcBef>
              <a:spcAft>
                <a:spcPts val="0"/>
              </a:spcAft>
              <a:buClr>
                <a:schemeClr val="dk1"/>
              </a:buClr>
              <a:buSzPts val="2600"/>
              <a:buFont typeface="Archivo"/>
              <a:buNone/>
              <a:defRPr sz="2600" b="1"/>
            </a:lvl9pPr>
          </a:lstStyle>
          <a:p>
            <a:endParaRPr/>
          </a:p>
        </p:txBody>
      </p:sp>
      <p:sp>
        <p:nvSpPr>
          <p:cNvPr id="199" name="Google Shape;199;p34"/>
          <p:cNvSpPr txBox="1">
            <a:spLocks noGrp="1"/>
          </p:cNvSpPr>
          <p:nvPr>
            <p:ph type="subTitle" idx="8"/>
          </p:nvPr>
        </p:nvSpPr>
        <p:spPr>
          <a:xfrm>
            <a:off x="4726013" y="1707550"/>
            <a:ext cx="2217000" cy="6345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600"/>
              <a:buFont typeface="Archivo"/>
              <a:buNone/>
              <a:defRPr sz="2600"/>
            </a:lvl1pPr>
            <a:lvl2pPr lvl="1" algn="ctr">
              <a:spcBef>
                <a:spcPts val="0"/>
              </a:spcBef>
              <a:spcAft>
                <a:spcPts val="0"/>
              </a:spcAft>
              <a:buClr>
                <a:schemeClr val="dk1"/>
              </a:buClr>
              <a:buSzPts val="2600"/>
              <a:buFont typeface="Archivo"/>
              <a:buNone/>
              <a:defRPr sz="2600" b="1"/>
            </a:lvl2pPr>
            <a:lvl3pPr lvl="2" algn="ctr">
              <a:spcBef>
                <a:spcPts val="0"/>
              </a:spcBef>
              <a:spcAft>
                <a:spcPts val="0"/>
              </a:spcAft>
              <a:buClr>
                <a:schemeClr val="dk1"/>
              </a:buClr>
              <a:buSzPts val="2600"/>
              <a:buFont typeface="Archivo"/>
              <a:buNone/>
              <a:defRPr sz="2600" b="1"/>
            </a:lvl3pPr>
            <a:lvl4pPr lvl="3" algn="ctr">
              <a:spcBef>
                <a:spcPts val="0"/>
              </a:spcBef>
              <a:spcAft>
                <a:spcPts val="0"/>
              </a:spcAft>
              <a:buClr>
                <a:schemeClr val="dk1"/>
              </a:buClr>
              <a:buSzPts val="2600"/>
              <a:buFont typeface="Archivo"/>
              <a:buNone/>
              <a:defRPr sz="2600" b="1"/>
            </a:lvl4pPr>
            <a:lvl5pPr lvl="4" algn="ctr">
              <a:spcBef>
                <a:spcPts val="0"/>
              </a:spcBef>
              <a:spcAft>
                <a:spcPts val="0"/>
              </a:spcAft>
              <a:buClr>
                <a:schemeClr val="dk1"/>
              </a:buClr>
              <a:buSzPts val="2600"/>
              <a:buFont typeface="Archivo"/>
              <a:buNone/>
              <a:defRPr sz="2600" b="1"/>
            </a:lvl5pPr>
            <a:lvl6pPr lvl="5" algn="ctr">
              <a:spcBef>
                <a:spcPts val="0"/>
              </a:spcBef>
              <a:spcAft>
                <a:spcPts val="0"/>
              </a:spcAft>
              <a:buClr>
                <a:schemeClr val="dk1"/>
              </a:buClr>
              <a:buSzPts val="2600"/>
              <a:buFont typeface="Archivo"/>
              <a:buNone/>
              <a:defRPr sz="2600" b="1"/>
            </a:lvl6pPr>
            <a:lvl7pPr lvl="6" algn="ctr">
              <a:spcBef>
                <a:spcPts val="0"/>
              </a:spcBef>
              <a:spcAft>
                <a:spcPts val="0"/>
              </a:spcAft>
              <a:buClr>
                <a:schemeClr val="dk1"/>
              </a:buClr>
              <a:buSzPts val="2600"/>
              <a:buFont typeface="Archivo"/>
              <a:buNone/>
              <a:defRPr sz="2600" b="1"/>
            </a:lvl7pPr>
            <a:lvl8pPr lvl="7" algn="ctr">
              <a:spcBef>
                <a:spcPts val="0"/>
              </a:spcBef>
              <a:spcAft>
                <a:spcPts val="0"/>
              </a:spcAft>
              <a:buClr>
                <a:schemeClr val="dk1"/>
              </a:buClr>
              <a:buSzPts val="2600"/>
              <a:buFont typeface="Archivo"/>
              <a:buNone/>
              <a:defRPr sz="2600" b="1"/>
            </a:lvl8pPr>
            <a:lvl9pPr lvl="8" algn="ctr">
              <a:spcBef>
                <a:spcPts val="0"/>
              </a:spcBef>
              <a:spcAft>
                <a:spcPts val="0"/>
              </a:spcAft>
              <a:buClr>
                <a:schemeClr val="dk1"/>
              </a:buClr>
              <a:buSzPts val="2600"/>
              <a:buFont typeface="Archivo"/>
              <a:buNone/>
              <a:defRPr sz="2600" b="1"/>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Let's Go!" type="twoColTx">
  <p:cSld name="TITLE_AND_TWO_COLUMNS">
    <p:bg>
      <p:bgPr>
        <a:solidFill>
          <a:schemeClr val="lt1"/>
        </a:solidFill>
        <a:effectLst/>
      </p:bgPr>
    </p:bg>
    <p:spTree>
      <p:nvGrpSpPr>
        <p:cNvPr id="1" name="Shape 200"/>
        <p:cNvGrpSpPr/>
        <p:nvPr/>
      </p:nvGrpSpPr>
      <p:grpSpPr>
        <a:xfrm>
          <a:off x="0" y="0"/>
          <a:ext cx="0" cy="0"/>
          <a:chOff x="0" y="0"/>
          <a:chExt cx="0" cy="0"/>
        </a:xfrm>
      </p:grpSpPr>
      <p:sp>
        <p:nvSpPr>
          <p:cNvPr id="201" name="Google Shape;201;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solidFill>
                  <a:schemeClr val="dk1"/>
                </a:solidFill>
                <a:latin typeface="Archivo"/>
                <a:ea typeface="Archivo"/>
                <a:cs typeface="Archivo"/>
                <a:sym typeface="Archivo"/>
              </a:defRPr>
            </a:lvl1pPr>
            <a:lvl2pPr lvl="1">
              <a:buNone/>
              <a:defRPr>
                <a:solidFill>
                  <a:schemeClr val="dk1"/>
                </a:solidFill>
                <a:latin typeface="Archivo"/>
                <a:ea typeface="Archivo"/>
                <a:cs typeface="Archivo"/>
                <a:sym typeface="Archivo"/>
              </a:defRPr>
            </a:lvl2pPr>
            <a:lvl3pPr lvl="2">
              <a:buNone/>
              <a:defRPr>
                <a:solidFill>
                  <a:schemeClr val="dk1"/>
                </a:solidFill>
                <a:latin typeface="Archivo"/>
                <a:ea typeface="Archivo"/>
                <a:cs typeface="Archivo"/>
                <a:sym typeface="Archivo"/>
              </a:defRPr>
            </a:lvl3pPr>
            <a:lvl4pPr lvl="3">
              <a:buNone/>
              <a:defRPr>
                <a:solidFill>
                  <a:schemeClr val="dk1"/>
                </a:solidFill>
                <a:latin typeface="Archivo"/>
                <a:ea typeface="Archivo"/>
                <a:cs typeface="Archivo"/>
                <a:sym typeface="Archivo"/>
              </a:defRPr>
            </a:lvl4pPr>
            <a:lvl5pPr lvl="4">
              <a:buNone/>
              <a:defRPr>
                <a:solidFill>
                  <a:schemeClr val="dk1"/>
                </a:solidFill>
                <a:latin typeface="Archivo"/>
                <a:ea typeface="Archivo"/>
                <a:cs typeface="Archivo"/>
                <a:sym typeface="Archivo"/>
              </a:defRPr>
            </a:lvl5pPr>
            <a:lvl6pPr lvl="5">
              <a:buNone/>
              <a:defRPr>
                <a:solidFill>
                  <a:schemeClr val="dk1"/>
                </a:solidFill>
                <a:latin typeface="Archivo"/>
                <a:ea typeface="Archivo"/>
                <a:cs typeface="Archivo"/>
                <a:sym typeface="Archivo"/>
              </a:defRPr>
            </a:lvl6pPr>
            <a:lvl7pPr lvl="6">
              <a:buNone/>
              <a:defRPr>
                <a:solidFill>
                  <a:schemeClr val="dk1"/>
                </a:solidFill>
                <a:latin typeface="Archivo"/>
                <a:ea typeface="Archivo"/>
                <a:cs typeface="Archivo"/>
                <a:sym typeface="Archivo"/>
              </a:defRPr>
            </a:lvl7pPr>
            <a:lvl8pPr lvl="7">
              <a:buNone/>
              <a:defRPr>
                <a:solidFill>
                  <a:schemeClr val="dk1"/>
                </a:solidFill>
                <a:latin typeface="Archivo"/>
                <a:ea typeface="Archivo"/>
                <a:cs typeface="Archivo"/>
                <a:sym typeface="Archivo"/>
              </a:defRPr>
            </a:lvl8pPr>
            <a:lvl9pPr lvl="8">
              <a:buNone/>
              <a:defRPr>
                <a:solidFill>
                  <a:schemeClr val="dk1"/>
                </a:solidFill>
                <a:latin typeface="Archivo"/>
                <a:ea typeface="Archivo"/>
                <a:cs typeface="Archivo"/>
                <a:sym typeface="Archivo"/>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202" name="Google Shape;202;p35"/>
          <p:cNvSpPr/>
          <p:nvPr/>
        </p:nvSpPr>
        <p:spPr>
          <a:xfrm rot="-1800530">
            <a:off x="258898" y="1204874"/>
            <a:ext cx="1768928" cy="335604"/>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03" name="Google Shape;203;p35"/>
          <p:cNvSpPr/>
          <p:nvPr/>
        </p:nvSpPr>
        <p:spPr>
          <a:xfrm rot="-1801062">
            <a:off x="2583683" y="644418"/>
            <a:ext cx="1000265" cy="335604"/>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04" name="Google Shape;204;p35"/>
          <p:cNvSpPr/>
          <p:nvPr/>
        </p:nvSpPr>
        <p:spPr>
          <a:xfrm rot="-1800530">
            <a:off x="3355698" y="3643274"/>
            <a:ext cx="1768928" cy="335604"/>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05" name="Google Shape;205;p35"/>
          <p:cNvSpPr/>
          <p:nvPr/>
        </p:nvSpPr>
        <p:spPr>
          <a:xfrm rot="-1801062">
            <a:off x="6698483" y="1698518"/>
            <a:ext cx="1000265" cy="335604"/>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06" name="Google Shape;206;p35"/>
          <p:cNvSpPr/>
          <p:nvPr/>
        </p:nvSpPr>
        <p:spPr>
          <a:xfrm rot="-1800530">
            <a:off x="7977498" y="2991649"/>
            <a:ext cx="1768928" cy="335604"/>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07" name="Google Shape;207;p35"/>
          <p:cNvSpPr/>
          <p:nvPr/>
        </p:nvSpPr>
        <p:spPr>
          <a:xfrm rot="-1801062">
            <a:off x="-375417" y="3835418"/>
            <a:ext cx="1000265" cy="335604"/>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08" name="Google Shape;208;p35"/>
          <p:cNvSpPr/>
          <p:nvPr/>
        </p:nvSpPr>
        <p:spPr>
          <a:xfrm rot="-1801062">
            <a:off x="6609583" y="-3282"/>
            <a:ext cx="1000265" cy="335604"/>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09" name="Google Shape;209;p35"/>
          <p:cNvSpPr/>
          <p:nvPr/>
        </p:nvSpPr>
        <p:spPr>
          <a:xfrm rot="-1800278">
            <a:off x="5125349" y="1069622"/>
            <a:ext cx="722299" cy="335604"/>
          </a:xfrm>
          <a:prstGeom prst="roundRect">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10" name="Google Shape;210;p35"/>
          <p:cNvSpPr/>
          <p:nvPr/>
        </p:nvSpPr>
        <p:spPr>
          <a:xfrm rot="-1800388">
            <a:off x="4944507" y="4154170"/>
            <a:ext cx="1083988" cy="335604"/>
          </a:xfrm>
          <a:prstGeom prst="roundRect">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11" name="Google Shape;211;p35"/>
          <p:cNvSpPr/>
          <p:nvPr/>
        </p:nvSpPr>
        <p:spPr>
          <a:xfrm rot="-1800278">
            <a:off x="1569349" y="3905297"/>
            <a:ext cx="722299" cy="335604"/>
          </a:xfrm>
          <a:prstGeom prst="roundRect">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Question 1" type="titleOnly">
  <p:cSld name="TITLE_ONLY">
    <p:bg>
      <p:bgPr>
        <a:solidFill>
          <a:schemeClr val="accent1"/>
        </a:solidFill>
        <a:effectLst/>
      </p:bgPr>
    </p:bg>
    <p:spTree>
      <p:nvGrpSpPr>
        <p:cNvPr id="1" name="Shape 212"/>
        <p:cNvGrpSpPr/>
        <p:nvPr/>
      </p:nvGrpSpPr>
      <p:grpSpPr>
        <a:xfrm>
          <a:off x="0" y="0"/>
          <a:ext cx="0" cy="0"/>
          <a:chOff x="0" y="0"/>
          <a:chExt cx="0" cy="0"/>
        </a:xfrm>
      </p:grpSpPr>
      <p:sp>
        <p:nvSpPr>
          <p:cNvPr id="213" name="Google Shape;213;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solidFill>
                  <a:schemeClr val="lt2"/>
                </a:solidFill>
                <a:latin typeface="Archivo"/>
                <a:ea typeface="Archivo"/>
                <a:cs typeface="Archivo"/>
                <a:sym typeface="Archivo"/>
              </a:defRPr>
            </a:lvl1pPr>
            <a:lvl2pPr lvl="1">
              <a:buNone/>
              <a:defRPr>
                <a:solidFill>
                  <a:schemeClr val="lt2"/>
                </a:solidFill>
                <a:latin typeface="Archivo"/>
                <a:ea typeface="Archivo"/>
                <a:cs typeface="Archivo"/>
                <a:sym typeface="Archivo"/>
              </a:defRPr>
            </a:lvl2pPr>
            <a:lvl3pPr lvl="2">
              <a:buNone/>
              <a:defRPr>
                <a:solidFill>
                  <a:schemeClr val="lt2"/>
                </a:solidFill>
                <a:latin typeface="Archivo"/>
                <a:ea typeface="Archivo"/>
                <a:cs typeface="Archivo"/>
                <a:sym typeface="Archivo"/>
              </a:defRPr>
            </a:lvl3pPr>
            <a:lvl4pPr lvl="3">
              <a:buNone/>
              <a:defRPr>
                <a:solidFill>
                  <a:schemeClr val="lt2"/>
                </a:solidFill>
                <a:latin typeface="Archivo"/>
                <a:ea typeface="Archivo"/>
                <a:cs typeface="Archivo"/>
                <a:sym typeface="Archivo"/>
              </a:defRPr>
            </a:lvl4pPr>
            <a:lvl5pPr lvl="4">
              <a:buNone/>
              <a:defRPr>
                <a:solidFill>
                  <a:schemeClr val="lt2"/>
                </a:solidFill>
                <a:latin typeface="Archivo"/>
                <a:ea typeface="Archivo"/>
                <a:cs typeface="Archivo"/>
                <a:sym typeface="Archivo"/>
              </a:defRPr>
            </a:lvl5pPr>
            <a:lvl6pPr lvl="5">
              <a:buNone/>
              <a:defRPr>
                <a:solidFill>
                  <a:schemeClr val="lt2"/>
                </a:solidFill>
                <a:latin typeface="Archivo"/>
                <a:ea typeface="Archivo"/>
                <a:cs typeface="Archivo"/>
                <a:sym typeface="Archivo"/>
              </a:defRPr>
            </a:lvl6pPr>
            <a:lvl7pPr lvl="6">
              <a:buNone/>
              <a:defRPr>
                <a:solidFill>
                  <a:schemeClr val="lt2"/>
                </a:solidFill>
                <a:latin typeface="Archivo"/>
                <a:ea typeface="Archivo"/>
                <a:cs typeface="Archivo"/>
                <a:sym typeface="Archivo"/>
              </a:defRPr>
            </a:lvl7pPr>
            <a:lvl8pPr lvl="7">
              <a:buNone/>
              <a:defRPr>
                <a:solidFill>
                  <a:schemeClr val="lt2"/>
                </a:solidFill>
                <a:latin typeface="Archivo"/>
                <a:ea typeface="Archivo"/>
                <a:cs typeface="Archivo"/>
                <a:sym typeface="Archivo"/>
              </a:defRPr>
            </a:lvl8pPr>
            <a:lvl9pPr lvl="8">
              <a:buNone/>
              <a:defRPr>
                <a:solidFill>
                  <a:schemeClr val="lt2"/>
                </a:solidFill>
                <a:latin typeface="Archivo"/>
                <a:ea typeface="Archivo"/>
                <a:cs typeface="Archivo"/>
                <a:sym typeface="Archivo"/>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214" name="Google Shape;214;p36"/>
          <p:cNvSpPr/>
          <p:nvPr/>
        </p:nvSpPr>
        <p:spPr>
          <a:xfrm rot="-1801062">
            <a:off x="2491108" y="1169168"/>
            <a:ext cx="1000265" cy="335604"/>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15" name="Google Shape;215;p36"/>
          <p:cNvSpPr/>
          <p:nvPr/>
        </p:nvSpPr>
        <p:spPr>
          <a:xfrm rot="-1800278">
            <a:off x="5281949" y="744072"/>
            <a:ext cx="722299" cy="335604"/>
          </a:xfrm>
          <a:prstGeom prst="roundRect">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16" name="Google Shape;216;p36"/>
          <p:cNvSpPr/>
          <p:nvPr/>
        </p:nvSpPr>
        <p:spPr>
          <a:xfrm rot="-1800530">
            <a:off x="7223623" y="715274"/>
            <a:ext cx="1768928" cy="335604"/>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17" name="Google Shape;217;p36"/>
          <p:cNvSpPr/>
          <p:nvPr/>
        </p:nvSpPr>
        <p:spPr>
          <a:xfrm rot="-1800530">
            <a:off x="7720323" y="3084224"/>
            <a:ext cx="1768928" cy="335604"/>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18" name="Google Shape;218;p36"/>
          <p:cNvSpPr/>
          <p:nvPr/>
        </p:nvSpPr>
        <p:spPr>
          <a:xfrm rot="-1801062">
            <a:off x="-375417" y="3835418"/>
            <a:ext cx="1000265" cy="335604"/>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19" name="Google Shape;219;p36"/>
          <p:cNvSpPr/>
          <p:nvPr/>
        </p:nvSpPr>
        <p:spPr>
          <a:xfrm rot="-1800388">
            <a:off x="4944507" y="4154170"/>
            <a:ext cx="1083988" cy="335604"/>
          </a:xfrm>
          <a:prstGeom prst="roundRect">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20" name="Google Shape;220;p36"/>
          <p:cNvSpPr/>
          <p:nvPr/>
        </p:nvSpPr>
        <p:spPr>
          <a:xfrm rot="-1800278">
            <a:off x="1433349" y="3835422"/>
            <a:ext cx="722299" cy="335604"/>
          </a:xfrm>
          <a:prstGeom prst="roundRect">
            <a:avLst>
              <a:gd name="adj" fmla="val 5000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21" name="Google Shape;221;p36"/>
          <p:cNvSpPr/>
          <p:nvPr/>
        </p:nvSpPr>
        <p:spPr>
          <a:xfrm rot="-1800530">
            <a:off x="-336302" y="977024"/>
            <a:ext cx="1768928" cy="335604"/>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image">
  <p:cSld name="CUSTOM_8">
    <p:bg>
      <p:bgPr>
        <a:solidFill>
          <a:schemeClr val="dk2"/>
        </a:solidFill>
        <a:effectLst/>
      </p:bgPr>
    </p:bg>
    <p:spTree>
      <p:nvGrpSpPr>
        <p:cNvPr id="1" name="Shape 222"/>
        <p:cNvGrpSpPr/>
        <p:nvPr/>
      </p:nvGrpSpPr>
      <p:grpSpPr>
        <a:xfrm>
          <a:off x="0" y="0"/>
          <a:ext cx="0" cy="0"/>
          <a:chOff x="0" y="0"/>
          <a:chExt cx="0" cy="0"/>
        </a:xfrm>
      </p:grpSpPr>
      <p:sp>
        <p:nvSpPr>
          <p:cNvPr id="223" name="Google Shape;223;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solidFill>
                  <a:schemeClr val="dk1"/>
                </a:solidFill>
                <a:latin typeface="Archivo"/>
                <a:ea typeface="Archivo"/>
                <a:cs typeface="Archivo"/>
                <a:sym typeface="Archivo"/>
              </a:defRPr>
            </a:lvl1pPr>
            <a:lvl2pPr lvl="1" rtl="0">
              <a:buNone/>
              <a:defRPr>
                <a:solidFill>
                  <a:schemeClr val="dk1"/>
                </a:solidFill>
                <a:latin typeface="Archivo"/>
                <a:ea typeface="Archivo"/>
                <a:cs typeface="Archivo"/>
                <a:sym typeface="Archivo"/>
              </a:defRPr>
            </a:lvl2pPr>
            <a:lvl3pPr lvl="2" rtl="0">
              <a:buNone/>
              <a:defRPr>
                <a:solidFill>
                  <a:schemeClr val="dk1"/>
                </a:solidFill>
                <a:latin typeface="Archivo"/>
                <a:ea typeface="Archivo"/>
                <a:cs typeface="Archivo"/>
                <a:sym typeface="Archivo"/>
              </a:defRPr>
            </a:lvl3pPr>
            <a:lvl4pPr lvl="3" rtl="0">
              <a:buNone/>
              <a:defRPr>
                <a:solidFill>
                  <a:schemeClr val="dk1"/>
                </a:solidFill>
                <a:latin typeface="Archivo"/>
                <a:ea typeface="Archivo"/>
                <a:cs typeface="Archivo"/>
                <a:sym typeface="Archivo"/>
              </a:defRPr>
            </a:lvl4pPr>
            <a:lvl5pPr lvl="4" rtl="0">
              <a:buNone/>
              <a:defRPr>
                <a:solidFill>
                  <a:schemeClr val="dk1"/>
                </a:solidFill>
                <a:latin typeface="Archivo"/>
                <a:ea typeface="Archivo"/>
                <a:cs typeface="Archivo"/>
                <a:sym typeface="Archivo"/>
              </a:defRPr>
            </a:lvl5pPr>
            <a:lvl6pPr lvl="5" rtl="0">
              <a:buNone/>
              <a:defRPr>
                <a:solidFill>
                  <a:schemeClr val="dk1"/>
                </a:solidFill>
                <a:latin typeface="Archivo"/>
                <a:ea typeface="Archivo"/>
                <a:cs typeface="Archivo"/>
                <a:sym typeface="Archivo"/>
              </a:defRPr>
            </a:lvl6pPr>
            <a:lvl7pPr lvl="6" rtl="0">
              <a:buNone/>
              <a:defRPr>
                <a:solidFill>
                  <a:schemeClr val="dk1"/>
                </a:solidFill>
                <a:latin typeface="Archivo"/>
                <a:ea typeface="Archivo"/>
                <a:cs typeface="Archivo"/>
                <a:sym typeface="Archivo"/>
              </a:defRPr>
            </a:lvl7pPr>
            <a:lvl8pPr lvl="7" rtl="0">
              <a:buNone/>
              <a:defRPr>
                <a:solidFill>
                  <a:schemeClr val="dk1"/>
                </a:solidFill>
                <a:latin typeface="Archivo"/>
                <a:ea typeface="Archivo"/>
                <a:cs typeface="Archivo"/>
                <a:sym typeface="Archivo"/>
              </a:defRPr>
            </a:lvl8pPr>
            <a:lvl9pPr lvl="8" rtl="0">
              <a:buNone/>
              <a:defRPr>
                <a:solidFill>
                  <a:schemeClr val="dk1"/>
                </a:solidFill>
                <a:latin typeface="Archivo"/>
                <a:ea typeface="Archivo"/>
                <a:cs typeface="Archivo"/>
                <a:sym typeface="Archivo"/>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224" name="Google Shape;224;p37"/>
          <p:cNvSpPr txBox="1">
            <a:spLocks noGrp="1"/>
          </p:cNvSpPr>
          <p:nvPr>
            <p:ph type="title"/>
          </p:nvPr>
        </p:nvSpPr>
        <p:spPr>
          <a:xfrm>
            <a:off x="1081200" y="3046325"/>
            <a:ext cx="6981600" cy="616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1pPr>
            <a:lvl2pPr lvl="1"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2pPr>
            <a:lvl3pPr lvl="2"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3pPr>
            <a:lvl4pPr lvl="3"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4pPr>
            <a:lvl5pPr lvl="4"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5pPr>
            <a:lvl6pPr lvl="5"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6pPr>
            <a:lvl7pPr lvl="6"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7pPr>
            <a:lvl8pPr lvl="7"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8pPr>
            <a:lvl9pPr lvl="8"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9pPr>
          </a:lstStyle>
          <a:p>
            <a:endParaRPr/>
          </a:p>
        </p:txBody>
      </p:sp>
      <p:sp>
        <p:nvSpPr>
          <p:cNvPr id="225" name="Google Shape;225;p37"/>
          <p:cNvSpPr>
            <a:spLocks noGrp="1"/>
          </p:cNvSpPr>
          <p:nvPr>
            <p:ph type="pic" idx="2"/>
          </p:nvPr>
        </p:nvSpPr>
        <p:spPr>
          <a:xfrm>
            <a:off x="3395850" y="389225"/>
            <a:ext cx="2352300" cy="2352300"/>
          </a:xfrm>
          <a:prstGeom prst="ellipse">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header">
  <p:cSld name="ONE_COLUMN_TEXT">
    <p:bg>
      <p:bgPr>
        <a:solidFill>
          <a:schemeClr val="dk2"/>
        </a:solidFill>
        <a:effectLst/>
      </p:bgPr>
    </p:bg>
    <p:spTree>
      <p:nvGrpSpPr>
        <p:cNvPr id="1" name="Shape 226"/>
        <p:cNvGrpSpPr/>
        <p:nvPr/>
      </p:nvGrpSpPr>
      <p:grpSpPr>
        <a:xfrm>
          <a:off x="0" y="0"/>
          <a:ext cx="0" cy="0"/>
          <a:chOff x="0" y="0"/>
          <a:chExt cx="0" cy="0"/>
        </a:xfrm>
      </p:grpSpPr>
      <p:sp>
        <p:nvSpPr>
          <p:cNvPr id="227" name="Google Shape;227;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solidFill>
                  <a:schemeClr val="dk1"/>
                </a:solidFill>
                <a:latin typeface="Archivo"/>
                <a:ea typeface="Archivo"/>
                <a:cs typeface="Archivo"/>
                <a:sym typeface="Archivo"/>
              </a:defRPr>
            </a:lvl1pPr>
            <a:lvl2pPr lvl="1" rtl="0">
              <a:buNone/>
              <a:defRPr>
                <a:solidFill>
                  <a:schemeClr val="dk1"/>
                </a:solidFill>
                <a:latin typeface="Archivo"/>
                <a:ea typeface="Archivo"/>
                <a:cs typeface="Archivo"/>
                <a:sym typeface="Archivo"/>
              </a:defRPr>
            </a:lvl2pPr>
            <a:lvl3pPr lvl="2" rtl="0">
              <a:buNone/>
              <a:defRPr>
                <a:solidFill>
                  <a:schemeClr val="dk1"/>
                </a:solidFill>
                <a:latin typeface="Archivo"/>
                <a:ea typeface="Archivo"/>
                <a:cs typeface="Archivo"/>
                <a:sym typeface="Archivo"/>
              </a:defRPr>
            </a:lvl3pPr>
            <a:lvl4pPr lvl="3" rtl="0">
              <a:buNone/>
              <a:defRPr>
                <a:solidFill>
                  <a:schemeClr val="dk1"/>
                </a:solidFill>
                <a:latin typeface="Archivo"/>
                <a:ea typeface="Archivo"/>
                <a:cs typeface="Archivo"/>
                <a:sym typeface="Archivo"/>
              </a:defRPr>
            </a:lvl4pPr>
            <a:lvl5pPr lvl="4" rtl="0">
              <a:buNone/>
              <a:defRPr>
                <a:solidFill>
                  <a:schemeClr val="dk1"/>
                </a:solidFill>
                <a:latin typeface="Archivo"/>
                <a:ea typeface="Archivo"/>
                <a:cs typeface="Archivo"/>
                <a:sym typeface="Archivo"/>
              </a:defRPr>
            </a:lvl5pPr>
            <a:lvl6pPr lvl="5" rtl="0">
              <a:buNone/>
              <a:defRPr>
                <a:solidFill>
                  <a:schemeClr val="dk1"/>
                </a:solidFill>
                <a:latin typeface="Archivo"/>
                <a:ea typeface="Archivo"/>
                <a:cs typeface="Archivo"/>
                <a:sym typeface="Archivo"/>
              </a:defRPr>
            </a:lvl6pPr>
            <a:lvl7pPr lvl="6" rtl="0">
              <a:buNone/>
              <a:defRPr>
                <a:solidFill>
                  <a:schemeClr val="dk1"/>
                </a:solidFill>
                <a:latin typeface="Archivo"/>
                <a:ea typeface="Archivo"/>
                <a:cs typeface="Archivo"/>
                <a:sym typeface="Archivo"/>
              </a:defRPr>
            </a:lvl7pPr>
            <a:lvl8pPr lvl="7" rtl="0">
              <a:buNone/>
              <a:defRPr>
                <a:solidFill>
                  <a:schemeClr val="dk1"/>
                </a:solidFill>
                <a:latin typeface="Archivo"/>
                <a:ea typeface="Archivo"/>
                <a:cs typeface="Archivo"/>
                <a:sym typeface="Archivo"/>
              </a:defRPr>
            </a:lvl8pPr>
            <a:lvl9pPr lvl="8" rtl="0">
              <a:buNone/>
              <a:defRPr>
                <a:solidFill>
                  <a:schemeClr val="dk1"/>
                </a:solidFill>
                <a:latin typeface="Archivo"/>
                <a:ea typeface="Archivo"/>
                <a:cs typeface="Archivo"/>
                <a:sym typeface="Archivo"/>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228" name="Google Shape;228;p38"/>
          <p:cNvSpPr txBox="1">
            <a:spLocks noGrp="1"/>
          </p:cNvSpPr>
          <p:nvPr>
            <p:ph type="title"/>
          </p:nvPr>
        </p:nvSpPr>
        <p:spPr>
          <a:xfrm>
            <a:off x="1081200" y="2131925"/>
            <a:ext cx="6981600" cy="616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1pPr>
            <a:lvl2pPr lvl="1"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2pPr>
            <a:lvl3pPr lvl="2"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3pPr>
            <a:lvl4pPr lvl="3"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4pPr>
            <a:lvl5pPr lvl="4"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5pPr>
            <a:lvl6pPr lvl="5"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6pPr>
            <a:lvl7pPr lvl="6"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7pPr>
            <a:lvl8pPr lvl="7"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8pPr>
            <a:lvl9pPr lvl="8"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Answer 1">
  <p:cSld name="MAIN_POINT">
    <p:bg>
      <p:bgPr>
        <a:solidFill>
          <a:schemeClr val="dk2"/>
        </a:solidFill>
        <a:effectLst/>
      </p:bgPr>
    </p:bg>
    <p:spTree>
      <p:nvGrpSpPr>
        <p:cNvPr id="1" name="Shape 229"/>
        <p:cNvGrpSpPr/>
        <p:nvPr/>
      </p:nvGrpSpPr>
      <p:grpSpPr>
        <a:xfrm>
          <a:off x="0" y="0"/>
          <a:ext cx="0" cy="0"/>
          <a:chOff x="0" y="0"/>
          <a:chExt cx="0" cy="0"/>
        </a:xfrm>
      </p:grpSpPr>
      <p:sp>
        <p:nvSpPr>
          <p:cNvPr id="230" name="Google Shape;230;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solidFill>
                  <a:schemeClr val="dk1"/>
                </a:solidFill>
                <a:latin typeface="Archivo"/>
                <a:ea typeface="Archivo"/>
                <a:cs typeface="Archivo"/>
                <a:sym typeface="Archivo"/>
              </a:defRPr>
            </a:lvl1pPr>
            <a:lvl2pPr lvl="1">
              <a:buNone/>
              <a:defRPr>
                <a:solidFill>
                  <a:schemeClr val="dk1"/>
                </a:solidFill>
                <a:latin typeface="Archivo"/>
                <a:ea typeface="Archivo"/>
                <a:cs typeface="Archivo"/>
                <a:sym typeface="Archivo"/>
              </a:defRPr>
            </a:lvl2pPr>
            <a:lvl3pPr lvl="2">
              <a:buNone/>
              <a:defRPr>
                <a:solidFill>
                  <a:schemeClr val="dk1"/>
                </a:solidFill>
                <a:latin typeface="Archivo"/>
                <a:ea typeface="Archivo"/>
                <a:cs typeface="Archivo"/>
                <a:sym typeface="Archivo"/>
              </a:defRPr>
            </a:lvl3pPr>
            <a:lvl4pPr lvl="3">
              <a:buNone/>
              <a:defRPr>
                <a:solidFill>
                  <a:schemeClr val="dk1"/>
                </a:solidFill>
                <a:latin typeface="Archivo"/>
                <a:ea typeface="Archivo"/>
                <a:cs typeface="Archivo"/>
                <a:sym typeface="Archivo"/>
              </a:defRPr>
            </a:lvl4pPr>
            <a:lvl5pPr lvl="4">
              <a:buNone/>
              <a:defRPr>
                <a:solidFill>
                  <a:schemeClr val="dk1"/>
                </a:solidFill>
                <a:latin typeface="Archivo"/>
                <a:ea typeface="Archivo"/>
                <a:cs typeface="Archivo"/>
                <a:sym typeface="Archivo"/>
              </a:defRPr>
            </a:lvl5pPr>
            <a:lvl6pPr lvl="5">
              <a:buNone/>
              <a:defRPr>
                <a:solidFill>
                  <a:schemeClr val="dk1"/>
                </a:solidFill>
                <a:latin typeface="Archivo"/>
                <a:ea typeface="Archivo"/>
                <a:cs typeface="Archivo"/>
                <a:sym typeface="Archivo"/>
              </a:defRPr>
            </a:lvl6pPr>
            <a:lvl7pPr lvl="6">
              <a:buNone/>
              <a:defRPr>
                <a:solidFill>
                  <a:schemeClr val="dk1"/>
                </a:solidFill>
                <a:latin typeface="Archivo"/>
                <a:ea typeface="Archivo"/>
                <a:cs typeface="Archivo"/>
                <a:sym typeface="Archivo"/>
              </a:defRPr>
            </a:lvl7pPr>
            <a:lvl8pPr lvl="7">
              <a:buNone/>
              <a:defRPr>
                <a:solidFill>
                  <a:schemeClr val="dk1"/>
                </a:solidFill>
                <a:latin typeface="Archivo"/>
                <a:ea typeface="Archivo"/>
                <a:cs typeface="Archivo"/>
                <a:sym typeface="Archivo"/>
              </a:defRPr>
            </a:lvl8pPr>
            <a:lvl9pPr lvl="8">
              <a:buNone/>
              <a:defRPr>
                <a:solidFill>
                  <a:schemeClr val="dk1"/>
                </a:solidFill>
                <a:latin typeface="Archivo"/>
                <a:ea typeface="Archivo"/>
                <a:cs typeface="Archivo"/>
                <a:sym typeface="Archivo"/>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231" name="Google Shape;231;p39"/>
          <p:cNvSpPr txBox="1">
            <a:spLocks noGrp="1"/>
          </p:cNvSpPr>
          <p:nvPr>
            <p:ph type="title"/>
          </p:nvPr>
        </p:nvSpPr>
        <p:spPr>
          <a:xfrm>
            <a:off x="1125150" y="2895463"/>
            <a:ext cx="6893700" cy="616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1pPr>
            <a:lvl2pPr lvl="1"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2pPr>
            <a:lvl3pPr lvl="2"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3pPr>
            <a:lvl4pPr lvl="3"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4pPr>
            <a:lvl5pPr lvl="4"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5pPr>
            <a:lvl6pPr lvl="5"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6pPr>
            <a:lvl7pPr lvl="6"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7pPr>
            <a:lvl8pPr lvl="7"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8pPr>
            <a:lvl9pPr lvl="8"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9pPr>
          </a:lstStyle>
          <a:p>
            <a:endParaRPr/>
          </a:p>
        </p:txBody>
      </p:sp>
      <p:grpSp>
        <p:nvGrpSpPr>
          <p:cNvPr id="232" name="Google Shape;232;p39"/>
          <p:cNvGrpSpPr/>
          <p:nvPr/>
        </p:nvGrpSpPr>
        <p:grpSpPr>
          <a:xfrm>
            <a:off x="-233865" y="1761997"/>
            <a:ext cx="9652059" cy="2883165"/>
            <a:chOff x="-254024" y="1761997"/>
            <a:chExt cx="9652059" cy="2883165"/>
          </a:xfrm>
        </p:grpSpPr>
        <p:grpSp>
          <p:nvGrpSpPr>
            <p:cNvPr id="233" name="Google Shape;233;p39"/>
            <p:cNvGrpSpPr/>
            <p:nvPr/>
          </p:nvGrpSpPr>
          <p:grpSpPr>
            <a:xfrm>
              <a:off x="-254024" y="1761997"/>
              <a:ext cx="9652059" cy="483185"/>
              <a:chOff x="-216025" y="2997075"/>
              <a:chExt cx="9618395" cy="481500"/>
            </a:xfrm>
          </p:grpSpPr>
          <p:sp>
            <p:nvSpPr>
              <p:cNvPr id="234" name="Google Shape;234;p39"/>
              <p:cNvSpPr/>
              <p:nvPr/>
            </p:nvSpPr>
            <p:spPr>
              <a:xfrm>
                <a:off x="-216025"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5" name="Google Shape;235;p39"/>
              <p:cNvSpPr/>
              <p:nvPr/>
            </p:nvSpPr>
            <p:spPr>
              <a:xfrm>
                <a:off x="26486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6" name="Google Shape;236;p39"/>
              <p:cNvSpPr/>
              <p:nvPr/>
            </p:nvSpPr>
            <p:spPr>
              <a:xfrm>
                <a:off x="74575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7" name="Google Shape;237;p39"/>
              <p:cNvSpPr/>
              <p:nvPr/>
            </p:nvSpPr>
            <p:spPr>
              <a:xfrm>
                <a:off x="122664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8" name="Google Shape;238;p39"/>
              <p:cNvSpPr/>
              <p:nvPr/>
            </p:nvSpPr>
            <p:spPr>
              <a:xfrm>
                <a:off x="1707532"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9" name="Google Shape;239;p39"/>
              <p:cNvSpPr/>
              <p:nvPr/>
            </p:nvSpPr>
            <p:spPr>
              <a:xfrm>
                <a:off x="2188421"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0" name="Google Shape;240;p39"/>
              <p:cNvSpPr/>
              <p:nvPr/>
            </p:nvSpPr>
            <p:spPr>
              <a:xfrm>
                <a:off x="266931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1" name="Google Shape;241;p39"/>
              <p:cNvSpPr/>
              <p:nvPr/>
            </p:nvSpPr>
            <p:spPr>
              <a:xfrm>
                <a:off x="3150199"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2" name="Google Shape;242;p39"/>
              <p:cNvSpPr/>
              <p:nvPr/>
            </p:nvSpPr>
            <p:spPr>
              <a:xfrm>
                <a:off x="3631088"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3" name="Google Shape;243;p39"/>
              <p:cNvSpPr/>
              <p:nvPr/>
            </p:nvSpPr>
            <p:spPr>
              <a:xfrm>
                <a:off x="4111978"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 name="Google Shape;244;p39"/>
              <p:cNvSpPr/>
              <p:nvPr/>
            </p:nvSpPr>
            <p:spPr>
              <a:xfrm>
                <a:off x="4592867"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5" name="Google Shape;245;p39"/>
              <p:cNvSpPr/>
              <p:nvPr/>
            </p:nvSpPr>
            <p:spPr>
              <a:xfrm>
                <a:off x="5073756"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6" name="Google Shape;246;p39"/>
              <p:cNvSpPr/>
              <p:nvPr/>
            </p:nvSpPr>
            <p:spPr>
              <a:xfrm>
                <a:off x="5554645"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7" name="Google Shape;247;p39"/>
              <p:cNvSpPr/>
              <p:nvPr/>
            </p:nvSpPr>
            <p:spPr>
              <a:xfrm>
                <a:off x="603553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8" name="Google Shape;248;p39"/>
              <p:cNvSpPr/>
              <p:nvPr/>
            </p:nvSpPr>
            <p:spPr>
              <a:xfrm>
                <a:off x="651642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9" name="Google Shape;249;p39"/>
              <p:cNvSpPr/>
              <p:nvPr/>
            </p:nvSpPr>
            <p:spPr>
              <a:xfrm>
                <a:off x="699731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0" name="Google Shape;250;p39"/>
              <p:cNvSpPr/>
              <p:nvPr/>
            </p:nvSpPr>
            <p:spPr>
              <a:xfrm>
                <a:off x="7478202"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1" name="Google Shape;251;p39"/>
              <p:cNvSpPr/>
              <p:nvPr/>
            </p:nvSpPr>
            <p:spPr>
              <a:xfrm>
                <a:off x="7959091"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 name="Google Shape;252;p39"/>
              <p:cNvSpPr/>
              <p:nvPr/>
            </p:nvSpPr>
            <p:spPr>
              <a:xfrm>
                <a:off x="843998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3" name="Google Shape;253;p39"/>
              <p:cNvSpPr/>
              <p:nvPr/>
            </p:nvSpPr>
            <p:spPr>
              <a:xfrm>
                <a:off x="892087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54" name="Google Shape;254;p39"/>
            <p:cNvSpPr/>
            <p:nvPr/>
          </p:nvSpPr>
          <p:spPr>
            <a:xfrm>
              <a:off x="-49050" y="2007062"/>
              <a:ext cx="9187800" cy="2405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55" name="Google Shape;255;p39"/>
            <p:cNvGrpSpPr/>
            <p:nvPr/>
          </p:nvGrpSpPr>
          <p:grpSpPr>
            <a:xfrm>
              <a:off x="-254024" y="4161976"/>
              <a:ext cx="9652059" cy="483185"/>
              <a:chOff x="-216025" y="2997075"/>
              <a:chExt cx="9618395" cy="481500"/>
            </a:xfrm>
          </p:grpSpPr>
          <p:sp>
            <p:nvSpPr>
              <p:cNvPr id="256" name="Google Shape;256;p39"/>
              <p:cNvSpPr/>
              <p:nvPr/>
            </p:nvSpPr>
            <p:spPr>
              <a:xfrm>
                <a:off x="-216025"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7" name="Google Shape;257;p39"/>
              <p:cNvSpPr/>
              <p:nvPr/>
            </p:nvSpPr>
            <p:spPr>
              <a:xfrm>
                <a:off x="26486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8" name="Google Shape;258;p39"/>
              <p:cNvSpPr/>
              <p:nvPr/>
            </p:nvSpPr>
            <p:spPr>
              <a:xfrm>
                <a:off x="74575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9" name="Google Shape;259;p39"/>
              <p:cNvSpPr/>
              <p:nvPr/>
            </p:nvSpPr>
            <p:spPr>
              <a:xfrm>
                <a:off x="122664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9"/>
              <p:cNvSpPr/>
              <p:nvPr/>
            </p:nvSpPr>
            <p:spPr>
              <a:xfrm>
                <a:off x="1707532"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1" name="Google Shape;261;p39"/>
              <p:cNvSpPr/>
              <p:nvPr/>
            </p:nvSpPr>
            <p:spPr>
              <a:xfrm>
                <a:off x="2188421"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2" name="Google Shape;262;p39"/>
              <p:cNvSpPr/>
              <p:nvPr/>
            </p:nvSpPr>
            <p:spPr>
              <a:xfrm>
                <a:off x="266931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9"/>
              <p:cNvSpPr/>
              <p:nvPr/>
            </p:nvSpPr>
            <p:spPr>
              <a:xfrm>
                <a:off x="3150199"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4" name="Google Shape;264;p39"/>
              <p:cNvSpPr/>
              <p:nvPr/>
            </p:nvSpPr>
            <p:spPr>
              <a:xfrm>
                <a:off x="3631088"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5" name="Google Shape;265;p39"/>
              <p:cNvSpPr/>
              <p:nvPr/>
            </p:nvSpPr>
            <p:spPr>
              <a:xfrm>
                <a:off x="4111978"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6" name="Google Shape;266;p39"/>
              <p:cNvSpPr/>
              <p:nvPr/>
            </p:nvSpPr>
            <p:spPr>
              <a:xfrm>
                <a:off x="4592867"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7" name="Google Shape;267;p39"/>
              <p:cNvSpPr/>
              <p:nvPr/>
            </p:nvSpPr>
            <p:spPr>
              <a:xfrm>
                <a:off x="5073756"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8" name="Google Shape;268;p39"/>
              <p:cNvSpPr/>
              <p:nvPr/>
            </p:nvSpPr>
            <p:spPr>
              <a:xfrm>
                <a:off x="5554645"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9" name="Google Shape;269;p39"/>
              <p:cNvSpPr/>
              <p:nvPr/>
            </p:nvSpPr>
            <p:spPr>
              <a:xfrm>
                <a:off x="603553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0" name="Google Shape;270;p39"/>
              <p:cNvSpPr/>
              <p:nvPr/>
            </p:nvSpPr>
            <p:spPr>
              <a:xfrm>
                <a:off x="651642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1" name="Google Shape;271;p39"/>
              <p:cNvSpPr/>
              <p:nvPr/>
            </p:nvSpPr>
            <p:spPr>
              <a:xfrm>
                <a:off x="699731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2" name="Google Shape;272;p39"/>
              <p:cNvSpPr/>
              <p:nvPr/>
            </p:nvSpPr>
            <p:spPr>
              <a:xfrm>
                <a:off x="7478202"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3" name="Google Shape;273;p39"/>
              <p:cNvSpPr/>
              <p:nvPr/>
            </p:nvSpPr>
            <p:spPr>
              <a:xfrm>
                <a:off x="7959091"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4" name="Google Shape;274;p39"/>
              <p:cNvSpPr/>
              <p:nvPr/>
            </p:nvSpPr>
            <p:spPr>
              <a:xfrm>
                <a:off x="843998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5" name="Google Shape;275;p39"/>
              <p:cNvSpPr/>
              <p:nvPr/>
            </p:nvSpPr>
            <p:spPr>
              <a:xfrm>
                <a:off x="892087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sp>
        <p:nvSpPr>
          <p:cNvPr id="276" name="Google Shape;276;p39"/>
          <p:cNvSpPr txBox="1">
            <a:spLocks noGrp="1"/>
          </p:cNvSpPr>
          <p:nvPr>
            <p:ph type="title" idx="2"/>
          </p:nvPr>
        </p:nvSpPr>
        <p:spPr>
          <a:xfrm>
            <a:off x="1125150" y="2895463"/>
            <a:ext cx="6893700" cy="616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1pPr>
            <a:lvl2pPr lvl="1"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2pPr>
            <a:lvl3pPr lvl="2"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3pPr>
            <a:lvl4pPr lvl="3"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4pPr>
            <a:lvl5pPr lvl="4"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5pPr>
            <a:lvl6pPr lvl="5"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6pPr>
            <a:lvl7pPr lvl="6"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7pPr>
            <a:lvl8pPr lvl="7"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8pPr>
            <a:lvl9pPr lvl="8"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Question 2">
  <p:cSld name="SECTION_TITLE_AND_DESCRIPTION">
    <p:bg>
      <p:bgPr>
        <a:solidFill>
          <a:schemeClr val="lt2"/>
        </a:solidFill>
        <a:effectLst/>
      </p:bgPr>
    </p:bg>
    <p:spTree>
      <p:nvGrpSpPr>
        <p:cNvPr id="1" name="Shape 277"/>
        <p:cNvGrpSpPr/>
        <p:nvPr/>
      </p:nvGrpSpPr>
      <p:grpSpPr>
        <a:xfrm>
          <a:off x="0" y="0"/>
          <a:ext cx="0" cy="0"/>
          <a:chOff x="0" y="0"/>
          <a:chExt cx="0" cy="0"/>
        </a:xfrm>
      </p:grpSpPr>
      <p:sp>
        <p:nvSpPr>
          <p:cNvPr id="278" name="Google Shape;278;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solidFill>
                  <a:schemeClr val="accent1"/>
                </a:solidFill>
                <a:latin typeface="Archivo"/>
                <a:ea typeface="Archivo"/>
                <a:cs typeface="Archivo"/>
                <a:sym typeface="Archivo"/>
              </a:defRPr>
            </a:lvl1pPr>
            <a:lvl2pPr lvl="1" rtl="0">
              <a:buNone/>
              <a:defRPr>
                <a:solidFill>
                  <a:schemeClr val="accent1"/>
                </a:solidFill>
                <a:latin typeface="Archivo"/>
                <a:ea typeface="Archivo"/>
                <a:cs typeface="Archivo"/>
                <a:sym typeface="Archivo"/>
              </a:defRPr>
            </a:lvl2pPr>
            <a:lvl3pPr lvl="2" rtl="0">
              <a:buNone/>
              <a:defRPr>
                <a:solidFill>
                  <a:schemeClr val="accent1"/>
                </a:solidFill>
                <a:latin typeface="Archivo"/>
                <a:ea typeface="Archivo"/>
                <a:cs typeface="Archivo"/>
                <a:sym typeface="Archivo"/>
              </a:defRPr>
            </a:lvl3pPr>
            <a:lvl4pPr lvl="3" rtl="0">
              <a:buNone/>
              <a:defRPr>
                <a:solidFill>
                  <a:schemeClr val="accent1"/>
                </a:solidFill>
                <a:latin typeface="Archivo"/>
                <a:ea typeface="Archivo"/>
                <a:cs typeface="Archivo"/>
                <a:sym typeface="Archivo"/>
              </a:defRPr>
            </a:lvl4pPr>
            <a:lvl5pPr lvl="4" rtl="0">
              <a:buNone/>
              <a:defRPr>
                <a:solidFill>
                  <a:schemeClr val="accent1"/>
                </a:solidFill>
                <a:latin typeface="Archivo"/>
                <a:ea typeface="Archivo"/>
                <a:cs typeface="Archivo"/>
                <a:sym typeface="Archivo"/>
              </a:defRPr>
            </a:lvl5pPr>
            <a:lvl6pPr lvl="5" rtl="0">
              <a:buNone/>
              <a:defRPr>
                <a:solidFill>
                  <a:schemeClr val="accent1"/>
                </a:solidFill>
                <a:latin typeface="Archivo"/>
                <a:ea typeface="Archivo"/>
                <a:cs typeface="Archivo"/>
                <a:sym typeface="Archivo"/>
              </a:defRPr>
            </a:lvl6pPr>
            <a:lvl7pPr lvl="6" rtl="0">
              <a:buNone/>
              <a:defRPr>
                <a:solidFill>
                  <a:schemeClr val="accent1"/>
                </a:solidFill>
                <a:latin typeface="Archivo"/>
                <a:ea typeface="Archivo"/>
                <a:cs typeface="Archivo"/>
                <a:sym typeface="Archivo"/>
              </a:defRPr>
            </a:lvl7pPr>
            <a:lvl8pPr lvl="7" rtl="0">
              <a:buNone/>
              <a:defRPr>
                <a:solidFill>
                  <a:schemeClr val="accent1"/>
                </a:solidFill>
                <a:latin typeface="Archivo"/>
                <a:ea typeface="Archivo"/>
                <a:cs typeface="Archivo"/>
                <a:sym typeface="Archivo"/>
              </a:defRPr>
            </a:lvl8pPr>
            <a:lvl9pPr lvl="8" rtl="0">
              <a:buNone/>
              <a:defRPr>
                <a:solidFill>
                  <a:schemeClr val="accent1"/>
                </a:solidFill>
                <a:latin typeface="Archivo"/>
                <a:ea typeface="Archivo"/>
                <a:cs typeface="Archivo"/>
                <a:sym typeface="Archivo"/>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279" name="Google Shape;279;p40"/>
          <p:cNvSpPr/>
          <p:nvPr/>
        </p:nvSpPr>
        <p:spPr>
          <a:xfrm rot="-1801062">
            <a:off x="2491108" y="969068"/>
            <a:ext cx="1000265" cy="335604"/>
          </a:xfrm>
          <a:prstGeom prst="roundRect">
            <a:avLst>
              <a:gd name="adj"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80" name="Google Shape;280;p40"/>
          <p:cNvSpPr/>
          <p:nvPr/>
        </p:nvSpPr>
        <p:spPr>
          <a:xfrm rot="-1800278">
            <a:off x="5281949" y="744072"/>
            <a:ext cx="722299" cy="335604"/>
          </a:xfrm>
          <a:prstGeom prst="roundRect">
            <a:avLst>
              <a:gd name="adj" fmla="val 50000"/>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81" name="Google Shape;281;p40"/>
          <p:cNvSpPr/>
          <p:nvPr/>
        </p:nvSpPr>
        <p:spPr>
          <a:xfrm rot="-1800530">
            <a:off x="7223623" y="715274"/>
            <a:ext cx="1768928" cy="335604"/>
          </a:xfrm>
          <a:prstGeom prst="roundRect">
            <a:avLst>
              <a:gd name="adj"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82" name="Google Shape;282;p40"/>
          <p:cNvSpPr/>
          <p:nvPr/>
        </p:nvSpPr>
        <p:spPr>
          <a:xfrm rot="-1800530">
            <a:off x="7720323" y="3084224"/>
            <a:ext cx="1768928" cy="335604"/>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83" name="Google Shape;283;p40"/>
          <p:cNvSpPr/>
          <p:nvPr/>
        </p:nvSpPr>
        <p:spPr>
          <a:xfrm rot="-1801062">
            <a:off x="-375417" y="3835418"/>
            <a:ext cx="1000265" cy="335604"/>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84" name="Google Shape;284;p40"/>
          <p:cNvSpPr/>
          <p:nvPr/>
        </p:nvSpPr>
        <p:spPr>
          <a:xfrm rot="-1800388">
            <a:off x="4944507" y="4154170"/>
            <a:ext cx="1083988" cy="335604"/>
          </a:xfrm>
          <a:prstGeom prst="roundRect">
            <a:avLst>
              <a:gd name="adj" fmla="val 50000"/>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85" name="Google Shape;285;p40"/>
          <p:cNvSpPr/>
          <p:nvPr/>
        </p:nvSpPr>
        <p:spPr>
          <a:xfrm rot="-1800278">
            <a:off x="1433349" y="3835422"/>
            <a:ext cx="722299" cy="335604"/>
          </a:xfrm>
          <a:prstGeom prst="roundRect">
            <a:avLst>
              <a:gd name="adj" fmla="val 5000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286" name="Google Shape;286;p40"/>
          <p:cNvSpPr/>
          <p:nvPr/>
        </p:nvSpPr>
        <p:spPr>
          <a:xfrm rot="-1800530">
            <a:off x="-336302" y="977024"/>
            <a:ext cx="1768928" cy="335604"/>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ection header">
  <p:cSld name="CAPTION_ONLY">
    <p:bg>
      <p:bgPr>
        <a:solidFill>
          <a:schemeClr val="lt1"/>
        </a:solidFill>
        <a:effectLst/>
      </p:bgPr>
    </p:bg>
    <p:spTree>
      <p:nvGrpSpPr>
        <p:cNvPr id="1" name="Shape 287"/>
        <p:cNvGrpSpPr/>
        <p:nvPr/>
      </p:nvGrpSpPr>
      <p:grpSpPr>
        <a:xfrm>
          <a:off x="0" y="0"/>
          <a:ext cx="0" cy="0"/>
          <a:chOff x="0" y="0"/>
          <a:chExt cx="0" cy="0"/>
        </a:xfrm>
      </p:grpSpPr>
      <p:sp>
        <p:nvSpPr>
          <p:cNvPr id="288" name="Google Shape;288;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solidFill>
                  <a:schemeClr val="dk1"/>
                </a:solidFill>
                <a:latin typeface="Archivo"/>
                <a:ea typeface="Archivo"/>
                <a:cs typeface="Archivo"/>
                <a:sym typeface="Archivo"/>
              </a:defRPr>
            </a:lvl1pPr>
            <a:lvl2pPr lvl="1" rtl="0">
              <a:buNone/>
              <a:defRPr>
                <a:solidFill>
                  <a:schemeClr val="dk1"/>
                </a:solidFill>
                <a:latin typeface="Archivo"/>
                <a:ea typeface="Archivo"/>
                <a:cs typeface="Archivo"/>
                <a:sym typeface="Archivo"/>
              </a:defRPr>
            </a:lvl2pPr>
            <a:lvl3pPr lvl="2" rtl="0">
              <a:buNone/>
              <a:defRPr>
                <a:solidFill>
                  <a:schemeClr val="dk1"/>
                </a:solidFill>
                <a:latin typeface="Archivo"/>
                <a:ea typeface="Archivo"/>
                <a:cs typeface="Archivo"/>
                <a:sym typeface="Archivo"/>
              </a:defRPr>
            </a:lvl3pPr>
            <a:lvl4pPr lvl="3" rtl="0">
              <a:buNone/>
              <a:defRPr>
                <a:solidFill>
                  <a:schemeClr val="dk1"/>
                </a:solidFill>
                <a:latin typeface="Archivo"/>
                <a:ea typeface="Archivo"/>
                <a:cs typeface="Archivo"/>
                <a:sym typeface="Archivo"/>
              </a:defRPr>
            </a:lvl4pPr>
            <a:lvl5pPr lvl="4" rtl="0">
              <a:buNone/>
              <a:defRPr>
                <a:solidFill>
                  <a:schemeClr val="dk1"/>
                </a:solidFill>
                <a:latin typeface="Archivo"/>
                <a:ea typeface="Archivo"/>
                <a:cs typeface="Archivo"/>
                <a:sym typeface="Archivo"/>
              </a:defRPr>
            </a:lvl5pPr>
            <a:lvl6pPr lvl="5" rtl="0">
              <a:buNone/>
              <a:defRPr>
                <a:solidFill>
                  <a:schemeClr val="dk1"/>
                </a:solidFill>
                <a:latin typeface="Archivo"/>
                <a:ea typeface="Archivo"/>
                <a:cs typeface="Archivo"/>
                <a:sym typeface="Archivo"/>
              </a:defRPr>
            </a:lvl6pPr>
            <a:lvl7pPr lvl="6" rtl="0">
              <a:buNone/>
              <a:defRPr>
                <a:solidFill>
                  <a:schemeClr val="dk1"/>
                </a:solidFill>
                <a:latin typeface="Archivo"/>
                <a:ea typeface="Archivo"/>
                <a:cs typeface="Archivo"/>
                <a:sym typeface="Archivo"/>
              </a:defRPr>
            </a:lvl7pPr>
            <a:lvl8pPr lvl="7" rtl="0">
              <a:buNone/>
              <a:defRPr>
                <a:solidFill>
                  <a:schemeClr val="dk1"/>
                </a:solidFill>
                <a:latin typeface="Archivo"/>
                <a:ea typeface="Archivo"/>
                <a:cs typeface="Archivo"/>
                <a:sym typeface="Archivo"/>
              </a:defRPr>
            </a:lvl8pPr>
            <a:lvl9pPr lvl="8" rtl="0">
              <a:buNone/>
              <a:defRPr>
                <a:solidFill>
                  <a:schemeClr val="dk1"/>
                </a:solidFill>
                <a:latin typeface="Archivo"/>
                <a:ea typeface="Archivo"/>
                <a:cs typeface="Archivo"/>
                <a:sym typeface="Archivo"/>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289" name="Google Shape;289;p41"/>
          <p:cNvSpPr txBox="1">
            <a:spLocks noGrp="1"/>
          </p:cNvSpPr>
          <p:nvPr>
            <p:ph type="title"/>
          </p:nvPr>
        </p:nvSpPr>
        <p:spPr>
          <a:xfrm>
            <a:off x="1081200" y="2131925"/>
            <a:ext cx="6981600" cy="616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1pPr>
            <a:lvl2pPr lvl="1"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2pPr>
            <a:lvl3pPr lvl="2"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3pPr>
            <a:lvl4pPr lvl="3"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4pPr>
            <a:lvl5pPr lvl="4"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5pPr>
            <a:lvl6pPr lvl="5"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6pPr>
            <a:lvl7pPr lvl="6"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7pPr>
            <a:lvl8pPr lvl="7"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8pPr>
            <a:lvl9pPr lvl="8"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Answer 2">
  <p:cSld name="BIG_NUMBER">
    <p:bg>
      <p:bgPr>
        <a:solidFill>
          <a:schemeClr val="lt1"/>
        </a:solidFill>
        <a:effectLst/>
      </p:bgPr>
    </p:bg>
    <p:spTree>
      <p:nvGrpSpPr>
        <p:cNvPr id="1" name="Shape 290"/>
        <p:cNvGrpSpPr/>
        <p:nvPr/>
      </p:nvGrpSpPr>
      <p:grpSpPr>
        <a:xfrm>
          <a:off x="0" y="0"/>
          <a:ext cx="0" cy="0"/>
          <a:chOff x="0" y="0"/>
          <a:chExt cx="0" cy="0"/>
        </a:xfrm>
      </p:grpSpPr>
      <p:sp>
        <p:nvSpPr>
          <p:cNvPr id="291" name="Google Shape;291;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solidFill>
                  <a:schemeClr val="dk1"/>
                </a:solidFill>
                <a:latin typeface="Archivo"/>
                <a:ea typeface="Archivo"/>
                <a:cs typeface="Archivo"/>
                <a:sym typeface="Archivo"/>
              </a:defRPr>
            </a:lvl1pPr>
            <a:lvl2pPr lvl="1">
              <a:buNone/>
              <a:defRPr>
                <a:solidFill>
                  <a:schemeClr val="dk1"/>
                </a:solidFill>
                <a:latin typeface="Archivo"/>
                <a:ea typeface="Archivo"/>
                <a:cs typeface="Archivo"/>
                <a:sym typeface="Archivo"/>
              </a:defRPr>
            </a:lvl2pPr>
            <a:lvl3pPr lvl="2">
              <a:buNone/>
              <a:defRPr>
                <a:solidFill>
                  <a:schemeClr val="dk1"/>
                </a:solidFill>
                <a:latin typeface="Archivo"/>
                <a:ea typeface="Archivo"/>
                <a:cs typeface="Archivo"/>
                <a:sym typeface="Archivo"/>
              </a:defRPr>
            </a:lvl3pPr>
            <a:lvl4pPr lvl="3">
              <a:buNone/>
              <a:defRPr>
                <a:solidFill>
                  <a:schemeClr val="dk1"/>
                </a:solidFill>
                <a:latin typeface="Archivo"/>
                <a:ea typeface="Archivo"/>
                <a:cs typeface="Archivo"/>
                <a:sym typeface="Archivo"/>
              </a:defRPr>
            </a:lvl4pPr>
            <a:lvl5pPr lvl="4">
              <a:buNone/>
              <a:defRPr>
                <a:solidFill>
                  <a:schemeClr val="dk1"/>
                </a:solidFill>
                <a:latin typeface="Archivo"/>
                <a:ea typeface="Archivo"/>
                <a:cs typeface="Archivo"/>
                <a:sym typeface="Archivo"/>
              </a:defRPr>
            </a:lvl5pPr>
            <a:lvl6pPr lvl="5">
              <a:buNone/>
              <a:defRPr>
                <a:solidFill>
                  <a:schemeClr val="dk1"/>
                </a:solidFill>
                <a:latin typeface="Archivo"/>
                <a:ea typeface="Archivo"/>
                <a:cs typeface="Archivo"/>
                <a:sym typeface="Archivo"/>
              </a:defRPr>
            </a:lvl6pPr>
            <a:lvl7pPr lvl="6">
              <a:buNone/>
              <a:defRPr>
                <a:solidFill>
                  <a:schemeClr val="dk1"/>
                </a:solidFill>
                <a:latin typeface="Archivo"/>
                <a:ea typeface="Archivo"/>
                <a:cs typeface="Archivo"/>
                <a:sym typeface="Archivo"/>
              </a:defRPr>
            </a:lvl7pPr>
            <a:lvl8pPr lvl="7">
              <a:buNone/>
              <a:defRPr>
                <a:solidFill>
                  <a:schemeClr val="dk1"/>
                </a:solidFill>
                <a:latin typeface="Archivo"/>
                <a:ea typeface="Archivo"/>
                <a:cs typeface="Archivo"/>
                <a:sym typeface="Archivo"/>
              </a:defRPr>
            </a:lvl8pPr>
            <a:lvl9pPr lvl="8">
              <a:buNone/>
              <a:defRPr>
                <a:solidFill>
                  <a:schemeClr val="dk1"/>
                </a:solidFill>
                <a:latin typeface="Archivo"/>
                <a:ea typeface="Archivo"/>
                <a:cs typeface="Archivo"/>
                <a:sym typeface="Archivo"/>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grpSp>
        <p:nvGrpSpPr>
          <p:cNvPr id="292" name="Google Shape;292;p42"/>
          <p:cNvGrpSpPr/>
          <p:nvPr/>
        </p:nvGrpSpPr>
        <p:grpSpPr>
          <a:xfrm>
            <a:off x="-216024" y="2295384"/>
            <a:ext cx="9652059" cy="1617090"/>
            <a:chOff x="-216025" y="2571750"/>
            <a:chExt cx="9618395" cy="1611450"/>
          </a:xfrm>
        </p:grpSpPr>
        <p:grpSp>
          <p:nvGrpSpPr>
            <p:cNvPr id="293" name="Google Shape;293;p42"/>
            <p:cNvGrpSpPr/>
            <p:nvPr/>
          </p:nvGrpSpPr>
          <p:grpSpPr>
            <a:xfrm>
              <a:off x="-216025" y="2571750"/>
              <a:ext cx="9618395" cy="481500"/>
              <a:chOff x="-216025" y="2997075"/>
              <a:chExt cx="9618395" cy="481500"/>
            </a:xfrm>
          </p:grpSpPr>
          <p:sp>
            <p:nvSpPr>
              <p:cNvPr id="294" name="Google Shape;294;p42"/>
              <p:cNvSpPr/>
              <p:nvPr/>
            </p:nvSpPr>
            <p:spPr>
              <a:xfrm>
                <a:off x="-216025"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5" name="Google Shape;295;p42"/>
              <p:cNvSpPr/>
              <p:nvPr/>
            </p:nvSpPr>
            <p:spPr>
              <a:xfrm>
                <a:off x="26486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6" name="Google Shape;296;p42"/>
              <p:cNvSpPr/>
              <p:nvPr/>
            </p:nvSpPr>
            <p:spPr>
              <a:xfrm>
                <a:off x="74575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7" name="Google Shape;297;p42"/>
              <p:cNvSpPr/>
              <p:nvPr/>
            </p:nvSpPr>
            <p:spPr>
              <a:xfrm>
                <a:off x="122664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8" name="Google Shape;298;p42"/>
              <p:cNvSpPr/>
              <p:nvPr/>
            </p:nvSpPr>
            <p:spPr>
              <a:xfrm>
                <a:off x="1707532"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9" name="Google Shape;299;p42"/>
              <p:cNvSpPr/>
              <p:nvPr/>
            </p:nvSpPr>
            <p:spPr>
              <a:xfrm>
                <a:off x="2188421"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0" name="Google Shape;300;p42"/>
              <p:cNvSpPr/>
              <p:nvPr/>
            </p:nvSpPr>
            <p:spPr>
              <a:xfrm>
                <a:off x="266931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1" name="Google Shape;301;p42"/>
              <p:cNvSpPr/>
              <p:nvPr/>
            </p:nvSpPr>
            <p:spPr>
              <a:xfrm>
                <a:off x="3150199"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2" name="Google Shape;302;p42"/>
              <p:cNvSpPr/>
              <p:nvPr/>
            </p:nvSpPr>
            <p:spPr>
              <a:xfrm>
                <a:off x="3631088"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3" name="Google Shape;303;p42"/>
              <p:cNvSpPr/>
              <p:nvPr/>
            </p:nvSpPr>
            <p:spPr>
              <a:xfrm>
                <a:off x="4111978"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4" name="Google Shape;304;p42"/>
              <p:cNvSpPr/>
              <p:nvPr/>
            </p:nvSpPr>
            <p:spPr>
              <a:xfrm>
                <a:off x="4592867"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5" name="Google Shape;305;p42"/>
              <p:cNvSpPr/>
              <p:nvPr/>
            </p:nvSpPr>
            <p:spPr>
              <a:xfrm>
                <a:off x="5073756"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6" name="Google Shape;306;p42"/>
              <p:cNvSpPr/>
              <p:nvPr/>
            </p:nvSpPr>
            <p:spPr>
              <a:xfrm>
                <a:off x="5554645"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7" name="Google Shape;307;p42"/>
              <p:cNvSpPr/>
              <p:nvPr/>
            </p:nvSpPr>
            <p:spPr>
              <a:xfrm>
                <a:off x="603553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8" name="Google Shape;308;p42"/>
              <p:cNvSpPr/>
              <p:nvPr/>
            </p:nvSpPr>
            <p:spPr>
              <a:xfrm>
                <a:off x="651642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9" name="Google Shape;309;p42"/>
              <p:cNvSpPr/>
              <p:nvPr/>
            </p:nvSpPr>
            <p:spPr>
              <a:xfrm>
                <a:off x="699731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0" name="Google Shape;310;p42"/>
              <p:cNvSpPr/>
              <p:nvPr/>
            </p:nvSpPr>
            <p:spPr>
              <a:xfrm>
                <a:off x="7478202"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1" name="Google Shape;311;p42"/>
              <p:cNvSpPr/>
              <p:nvPr/>
            </p:nvSpPr>
            <p:spPr>
              <a:xfrm>
                <a:off x="7959091"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2" name="Google Shape;312;p42"/>
              <p:cNvSpPr/>
              <p:nvPr/>
            </p:nvSpPr>
            <p:spPr>
              <a:xfrm>
                <a:off x="843998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3" name="Google Shape;313;p42"/>
              <p:cNvSpPr/>
              <p:nvPr/>
            </p:nvSpPr>
            <p:spPr>
              <a:xfrm>
                <a:off x="892087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14" name="Google Shape;314;p42"/>
            <p:cNvSpPr/>
            <p:nvPr/>
          </p:nvSpPr>
          <p:spPr>
            <a:xfrm>
              <a:off x="-11775" y="2813025"/>
              <a:ext cx="9155700" cy="1141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315" name="Google Shape;315;p42"/>
            <p:cNvGrpSpPr/>
            <p:nvPr/>
          </p:nvGrpSpPr>
          <p:grpSpPr>
            <a:xfrm>
              <a:off x="-216025" y="3701700"/>
              <a:ext cx="9618395" cy="481500"/>
              <a:chOff x="-216025" y="2997075"/>
              <a:chExt cx="9618395" cy="481500"/>
            </a:xfrm>
          </p:grpSpPr>
          <p:sp>
            <p:nvSpPr>
              <p:cNvPr id="316" name="Google Shape;316;p42"/>
              <p:cNvSpPr/>
              <p:nvPr/>
            </p:nvSpPr>
            <p:spPr>
              <a:xfrm>
                <a:off x="-216025"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7" name="Google Shape;317;p42"/>
              <p:cNvSpPr/>
              <p:nvPr/>
            </p:nvSpPr>
            <p:spPr>
              <a:xfrm>
                <a:off x="26486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8" name="Google Shape;318;p42"/>
              <p:cNvSpPr/>
              <p:nvPr/>
            </p:nvSpPr>
            <p:spPr>
              <a:xfrm>
                <a:off x="74575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9" name="Google Shape;319;p42"/>
              <p:cNvSpPr/>
              <p:nvPr/>
            </p:nvSpPr>
            <p:spPr>
              <a:xfrm>
                <a:off x="122664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0" name="Google Shape;320;p42"/>
              <p:cNvSpPr/>
              <p:nvPr/>
            </p:nvSpPr>
            <p:spPr>
              <a:xfrm>
                <a:off x="1707532"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1" name="Google Shape;321;p42"/>
              <p:cNvSpPr/>
              <p:nvPr/>
            </p:nvSpPr>
            <p:spPr>
              <a:xfrm>
                <a:off x="2188421"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2" name="Google Shape;322;p42"/>
              <p:cNvSpPr/>
              <p:nvPr/>
            </p:nvSpPr>
            <p:spPr>
              <a:xfrm>
                <a:off x="266931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3" name="Google Shape;323;p42"/>
              <p:cNvSpPr/>
              <p:nvPr/>
            </p:nvSpPr>
            <p:spPr>
              <a:xfrm>
                <a:off x="3150199"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4" name="Google Shape;324;p42"/>
              <p:cNvSpPr/>
              <p:nvPr/>
            </p:nvSpPr>
            <p:spPr>
              <a:xfrm>
                <a:off x="3631088"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5" name="Google Shape;325;p42"/>
              <p:cNvSpPr/>
              <p:nvPr/>
            </p:nvSpPr>
            <p:spPr>
              <a:xfrm>
                <a:off x="4111978"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6" name="Google Shape;326;p42"/>
              <p:cNvSpPr/>
              <p:nvPr/>
            </p:nvSpPr>
            <p:spPr>
              <a:xfrm>
                <a:off x="4592867"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7" name="Google Shape;327;p42"/>
              <p:cNvSpPr/>
              <p:nvPr/>
            </p:nvSpPr>
            <p:spPr>
              <a:xfrm>
                <a:off x="5073756"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8" name="Google Shape;328;p42"/>
              <p:cNvSpPr/>
              <p:nvPr/>
            </p:nvSpPr>
            <p:spPr>
              <a:xfrm>
                <a:off x="5554645"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9" name="Google Shape;329;p42"/>
              <p:cNvSpPr/>
              <p:nvPr/>
            </p:nvSpPr>
            <p:spPr>
              <a:xfrm>
                <a:off x="603553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0" name="Google Shape;330;p42"/>
              <p:cNvSpPr/>
              <p:nvPr/>
            </p:nvSpPr>
            <p:spPr>
              <a:xfrm>
                <a:off x="651642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1" name="Google Shape;331;p42"/>
              <p:cNvSpPr/>
              <p:nvPr/>
            </p:nvSpPr>
            <p:spPr>
              <a:xfrm>
                <a:off x="699731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2" name="Google Shape;332;p42"/>
              <p:cNvSpPr/>
              <p:nvPr/>
            </p:nvSpPr>
            <p:spPr>
              <a:xfrm>
                <a:off x="7478202"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3" name="Google Shape;333;p42"/>
              <p:cNvSpPr/>
              <p:nvPr/>
            </p:nvSpPr>
            <p:spPr>
              <a:xfrm>
                <a:off x="7959091"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4" name="Google Shape;334;p42"/>
              <p:cNvSpPr/>
              <p:nvPr/>
            </p:nvSpPr>
            <p:spPr>
              <a:xfrm>
                <a:off x="843998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5" name="Google Shape;335;p42"/>
              <p:cNvSpPr/>
              <p:nvPr/>
            </p:nvSpPr>
            <p:spPr>
              <a:xfrm>
                <a:off x="892087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sp>
        <p:nvSpPr>
          <p:cNvPr id="336" name="Google Shape;336;p42"/>
          <p:cNvSpPr txBox="1">
            <a:spLocks noGrp="1"/>
          </p:cNvSpPr>
          <p:nvPr>
            <p:ph type="title"/>
          </p:nvPr>
        </p:nvSpPr>
        <p:spPr>
          <a:xfrm>
            <a:off x="1146325" y="2798675"/>
            <a:ext cx="6893700" cy="616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1pPr>
            <a:lvl2pPr lvl="1"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2pPr>
            <a:lvl3pPr lvl="2"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3pPr>
            <a:lvl4pPr lvl="3"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4pPr>
            <a:lvl5pPr lvl="4"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5pPr>
            <a:lvl6pPr lvl="5"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6pPr>
            <a:lvl7pPr lvl="6"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7pPr>
            <a:lvl8pPr lvl="7"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8pPr>
            <a:lvl9pPr lvl="8"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Question 3">
  <p:cSld name="CUSTOM_2">
    <p:bg>
      <p:bgPr>
        <a:solidFill>
          <a:schemeClr val="dk1"/>
        </a:solidFill>
        <a:effectLst/>
      </p:bgPr>
    </p:bg>
    <p:spTree>
      <p:nvGrpSpPr>
        <p:cNvPr id="1" name="Shape 337"/>
        <p:cNvGrpSpPr/>
        <p:nvPr/>
      </p:nvGrpSpPr>
      <p:grpSpPr>
        <a:xfrm>
          <a:off x="0" y="0"/>
          <a:ext cx="0" cy="0"/>
          <a:chOff x="0" y="0"/>
          <a:chExt cx="0" cy="0"/>
        </a:xfrm>
      </p:grpSpPr>
      <p:sp>
        <p:nvSpPr>
          <p:cNvPr id="338" name="Google Shape;338;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solidFill>
                  <a:schemeClr val="lt1"/>
                </a:solidFill>
                <a:latin typeface="Archivo"/>
                <a:ea typeface="Archivo"/>
                <a:cs typeface="Archivo"/>
                <a:sym typeface="Archivo"/>
              </a:defRPr>
            </a:lvl1pPr>
            <a:lvl2pPr lvl="1" rtl="0">
              <a:buNone/>
              <a:defRPr>
                <a:solidFill>
                  <a:schemeClr val="lt1"/>
                </a:solidFill>
                <a:latin typeface="Archivo"/>
                <a:ea typeface="Archivo"/>
                <a:cs typeface="Archivo"/>
                <a:sym typeface="Archivo"/>
              </a:defRPr>
            </a:lvl2pPr>
            <a:lvl3pPr lvl="2" rtl="0">
              <a:buNone/>
              <a:defRPr>
                <a:solidFill>
                  <a:schemeClr val="lt1"/>
                </a:solidFill>
                <a:latin typeface="Archivo"/>
                <a:ea typeface="Archivo"/>
                <a:cs typeface="Archivo"/>
                <a:sym typeface="Archivo"/>
              </a:defRPr>
            </a:lvl3pPr>
            <a:lvl4pPr lvl="3" rtl="0">
              <a:buNone/>
              <a:defRPr>
                <a:solidFill>
                  <a:schemeClr val="lt1"/>
                </a:solidFill>
                <a:latin typeface="Archivo"/>
                <a:ea typeface="Archivo"/>
                <a:cs typeface="Archivo"/>
                <a:sym typeface="Archivo"/>
              </a:defRPr>
            </a:lvl4pPr>
            <a:lvl5pPr lvl="4" rtl="0">
              <a:buNone/>
              <a:defRPr>
                <a:solidFill>
                  <a:schemeClr val="lt1"/>
                </a:solidFill>
                <a:latin typeface="Archivo"/>
                <a:ea typeface="Archivo"/>
                <a:cs typeface="Archivo"/>
                <a:sym typeface="Archivo"/>
              </a:defRPr>
            </a:lvl5pPr>
            <a:lvl6pPr lvl="5" rtl="0">
              <a:buNone/>
              <a:defRPr>
                <a:solidFill>
                  <a:schemeClr val="lt1"/>
                </a:solidFill>
                <a:latin typeface="Archivo"/>
                <a:ea typeface="Archivo"/>
                <a:cs typeface="Archivo"/>
                <a:sym typeface="Archivo"/>
              </a:defRPr>
            </a:lvl6pPr>
            <a:lvl7pPr lvl="6" rtl="0">
              <a:buNone/>
              <a:defRPr>
                <a:solidFill>
                  <a:schemeClr val="lt1"/>
                </a:solidFill>
                <a:latin typeface="Archivo"/>
                <a:ea typeface="Archivo"/>
                <a:cs typeface="Archivo"/>
                <a:sym typeface="Archivo"/>
              </a:defRPr>
            </a:lvl7pPr>
            <a:lvl8pPr lvl="7" rtl="0">
              <a:buNone/>
              <a:defRPr>
                <a:solidFill>
                  <a:schemeClr val="lt1"/>
                </a:solidFill>
                <a:latin typeface="Archivo"/>
                <a:ea typeface="Archivo"/>
                <a:cs typeface="Archivo"/>
                <a:sym typeface="Archivo"/>
              </a:defRPr>
            </a:lvl8pPr>
            <a:lvl9pPr lvl="8" rtl="0">
              <a:buNone/>
              <a:defRPr>
                <a:solidFill>
                  <a:schemeClr val="lt1"/>
                </a:solidFill>
                <a:latin typeface="Archivo"/>
                <a:ea typeface="Archivo"/>
                <a:cs typeface="Archivo"/>
                <a:sym typeface="Archivo"/>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339" name="Google Shape;339;p43"/>
          <p:cNvSpPr/>
          <p:nvPr/>
        </p:nvSpPr>
        <p:spPr>
          <a:xfrm rot="-1801062">
            <a:off x="2491108" y="969068"/>
            <a:ext cx="1000265" cy="335604"/>
          </a:xfrm>
          <a:prstGeom prst="roundRect">
            <a:avLst>
              <a:gd name="adj"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340" name="Google Shape;340;p43"/>
          <p:cNvSpPr/>
          <p:nvPr/>
        </p:nvSpPr>
        <p:spPr>
          <a:xfrm rot="-1800278">
            <a:off x="5281949" y="744072"/>
            <a:ext cx="722299" cy="335604"/>
          </a:xfrm>
          <a:prstGeom prst="roundRect">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341" name="Google Shape;341;p43"/>
          <p:cNvSpPr/>
          <p:nvPr/>
        </p:nvSpPr>
        <p:spPr>
          <a:xfrm rot="-1800530">
            <a:off x="7223623" y="715274"/>
            <a:ext cx="1768928" cy="335604"/>
          </a:xfrm>
          <a:prstGeom prst="roundRect">
            <a:avLst>
              <a:gd name="adj"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342" name="Google Shape;342;p43"/>
          <p:cNvSpPr/>
          <p:nvPr/>
        </p:nvSpPr>
        <p:spPr>
          <a:xfrm rot="-1800530">
            <a:off x="7720323" y="3084224"/>
            <a:ext cx="1768928" cy="335604"/>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343" name="Google Shape;343;p43"/>
          <p:cNvSpPr/>
          <p:nvPr/>
        </p:nvSpPr>
        <p:spPr>
          <a:xfrm rot="-1801062">
            <a:off x="-375417" y="3835418"/>
            <a:ext cx="1000265" cy="335604"/>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344" name="Google Shape;344;p43"/>
          <p:cNvSpPr/>
          <p:nvPr/>
        </p:nvSpPr>
        <p:spPr>
          <a:xfrm rot="-1800388">
            <a:off x="4944507" y="4154170"/>
            <a:ext cx="1083988" cy="335604"/>
          </a:xfrm>
          <a:prstGeom prst="roundRect">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345" name="Google Shape;345;p43"/>
          <p:cNvSpPr/>
          <p:nvPr/>
        </p:nvSpPr>
        <p:spPr>
          <a:xfrm rot="-1800278">
            <a:off x="1433349" y="3835422"/>
            <a:ext cx="722299" cy="335604"/>
          </a:xfrm>
          <a:prstGeom prst="roundRect">
            <a:avLst>
              <a:gd name="adj" fmla="val 5000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346" name="Google Shape;346;p43"/>
          <p:cNvSpPr/>
          <p:nvPr/>
        </p:nvSpPr>
        <p:spPr>
          <a:xfrm rot="-1800530">
            <a:off x="-336302" y="977024"/>
            <a:ext cx="1768928" cy="335604"/>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header">
  <p:cSld name="CUSTOM_3">
    <p:bg>
      <p:bgPr>
        <a:solidFill>
          <a:schemeClr val="lt2"/>
        </a:solidFill>
        <a:effectLst/>
      </p:bgPr>
    </p:bg>
    <p:spTree>
      <p:nvGrpSpPr>
        <p:cNvPr id="1" name="Shape 347"/>
        <p:cNvGrpSpPr/>
        <p:nvPr/>
      </p:nvGrpSpPr>
      <p:grpSpPr>
        <a:xfrm>
          <a:off x="0" y="0"/>
          <a:ext cx="0" cy="0"/>
          <a:chOff x="0" y="0"/>
          <a:chExt cx="0" cy="0"/>
        </a:xfrm>
      </p:grpSpPr>
      <p:sp>
        <p:nvSpPr>
          <p:cNvPr id="348" name="Google Shape;348;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solidFill>
                  <a:schemeClr val="dk1"/>
                </a:solidFill>
                <a:latin typeface="Archivo"/>
                <a:ea typeface="Archivo"/>
                <a:cs typeface="Archivo"/>
                <a:sym typeface="Archivo"/>
              </a:defRPr>
            </a:lvl1pPr>
            <a:lvl2pPr lvl="1" rtl="0">
              <a:buNone/>
              <a:defRPr>
                <a:solidFill>
                  <a:schemeClr val="dk1"/>
                </a:solidFill>
                <a:latin typeface="Archivo"/>
                <a:ea typeface="Archivo"/>
                <a:cs typeface="Archivo"/>
                <a:sym typeface="Archivo"/>
              </a:defRPr>
            </a:lvl2pPr>
            <a:lvl3pPr lvl="2" rtl="0">
              <a:buNone/>
              <a:defRPr>
                <a:solidFill>
                  <a:schemeClr val="dk1"/>
                </a:solidFill>
                <a:latin typeface="Archivo"/>
                <a:ea typeface="Archivo"/>
                <a:cs typeface="Archivo"/>
                <a:sym typeface="Archivo"/>
              </a:defRPr>
            </a:lvl3pPr>
            <a:lvl4pPr lvl="3" rtl="0">
              <a:buNone/>
              <a:defRPr>
                <a:solidFill>
                  <a:schemeClr val="dk1"/>
                </a:solidFill>
                <a:latin typeface="Archivo"/>
                <a:ea typeface="Archivo"/>
                <a:cs typeface="Archivo"/>
                <a:sym typeface="Archivo"/>
              </a:defRPr>
            </a:lvl4pPr>
            <a:lvl5pPr lvl="4" rtl="0">
              <a:buNone/>
              <a:defRPr>
                <a:solidFill>
                  <a:schemeClr val="dk1"/>
                </a:solidFill>
                <a:latin typeface="Archivo"/>
                <a:ea typeface="Archivo"/>
                <a:cs typeface="Archivo"/>
                <a:sym typeface="Archivo"/>
              </a:defRPr>
            </a:lvl5pPr>
            <a:lvl6pPr lvl="5" rtl="0">
              <a:buNone/>
              <a:defRPr>
                <a:solidFill>
                  <a:schemeClr val="dk1"/>
                </a:solidFill>
                <a:latin typeface="Archivo"/>
                <a:ea typeface="Archivo"/>
                <a:cs typeface="Archivo"/>
                <a:sym typeface="Archivo"/>
              </a:defRPr>
            </a:lvl6pPr>
            <a:lvl7pPr lvl="6" rtl="0">
              <a:buNone/>
              <a:defRPr>
                <a:solidFill>
                  <a:schemeClr val="dk1"/>
                </a:solidFill>
                <a:latin typeface="Archivo"/>
                <a:ea typeface="Archivo"/>
                <a:cs typeface="Archivo"/>
                <a:sym typeface="Archivo"/>
              </a:defRPr>
            </a:lvl7pPr>
            <a:lvl8pPr lvl="7" rtl="0">
              <a:buNone/>
              <a:defRPr>
                <a:solidFill>
                  <a:schemeClr val="dk1"/>
                </a:solidFill>
                <a:latin typeface="Archivo"/>
                <a:ea typeface="Archivo"/>
                <a:cs typeface="Archivo"/>
                <a:sym typeface="Archivo"/>
              </a:defRPr>
            </a:lvl8pPr>
            <a:lvl9pPr lvl="8" rtl="0">
              <a:buNone/>
              <a:defRPr>
                <a:solidFill>
                  <a:schemeClr val="dk1"/>
                </a:solidFill>
                <a:latin typeface="Archivo"/>
                <a:ea typeface="Archivo"/>
                <a:cs typeface="Archivo"/>
                <a:sym typeface="Archivo"/>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349" name="Google Shape;349;p44"/>
          <p:cNvSpPr txBox="1">
            <a:spLocks noGrp="1"/>
          </p:cNvSpPr>
          <p:nvPr>
            <p:ph type="title"/>
          </p:nvPr>
        </p:nvSpPr>
        <p:spPr>
          <a:xfrm>
            <a:off x="1081200" y="2131925"/>
            <a:ext cx="6981600" cy="616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1pPr>
            <a:lvl2pPr lvl="1"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2pPr>
            <a:lvl3pPr lvl="2"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3pPr>
            <a:lvl4pPr lvl="3"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4pPr>
            <a:lvl5pPr lvl="4"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5pPr>
            <a:lvl6pPr lvl="5"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6pPr>
            <a:lvl7pPr lvl="6"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7pPr>
            <a:lvl8pPr lvl="7"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8pPr>
            <a:lvl9pPr lvl="8"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Answer 3">
  <p:cSld name="CUSTOM_4">
    <p:bg>
      <p:bgPr>
        <a:solidFill>
          <a:schemeClr val="lt2"/>
        </a:solidFill>
        <a:effectLst/>
      </p:bgPr>
    </p:bg>
    <p:spTree>
      <p:nvGrpSpPr>
        <p:cNvPr id="1" name="Shape 350"/>
        <p:cNvGrpSpPr/>
        <p:nvPr/>
      </p:nvGrpSpPr>
      <p:grpSpPr>
        <a:xfrm>
          <a:off x="0" y="0"/>
          <a:ext cx="0" cy="0"/>
          <a:chOff x="0" y="0"/>
          <a:chExt cx="0" cy="0"/>
        </a:xfrm>
      </p:grpSpPr>
      <p:grpSp>
        <p:nvGrpSpPr>
          <p:cNvPr id="351" name="Google Shape;351;p45"/>
          <p:cNvGrpSpPr/>
          <p:nvPr/>
        </p:nvGrpSpPr>
        <p:grpSpPr>
          <a:xfrm>
            <a:off x="-216024" y="1761984"/>
            <a:ext cx="9652059" cy="2883165"/>
            <a:chOff x="-216024" y="1761984"/>
            <a:chExt cx="9652059" cy="2883165"/>
          </a:xfrm>
        </p:grpSpPr>
        <p:grpSp>
          <p:nvGrpSpPr>
            <p:cNvPr id="352" name="Google Shape;352;p45"/>
            <p:cNvGrpSpPr/>
            <p:nvPr/>
          </p:nvGrpSpPr>
          <p:grpSpPr>
            <a:xfrm>
              <a:off x="-216024" y="1761984"/>
              <a:ext cx="9652059" cy="483185"/>
              <a:chOff x="-216025" y="2997075"/>
              <a:chExt cx="9618395" cy="481500"/>
            </a:xfrm>
          </p:grpSpPr>
          <p:sp>
            <p:nvSpPr>
              <p:cNvPr id="353" name="Google Shape;353;p45"/>
              <p:cNvSpPr/>
              <p:nvPr/>
            </p:nvSpPr>
            <p:spPr>
              <a:xfrm>
                <a:off x="-216025"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 name="Google Shape;354;p45"/>
              <p:cNvSpPr/>
              <p:nvPr/>
            </p:nvSpPr>
            <p:spPr>
              <a:xfrm>
                <a:off x="264864"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5" name="Google Shape;355;p45"/>
              <p:cNvSpPr/>
              <p:nvPr/>
            </p:nvSpPr>
            <p:spPr>
              <a:xfrm>
                <a:off x="745753"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6" name="Google Shape;356;p45"/>
              <p:cNvSpPr/>
              <p:nvPr/>
            </p:nvSpPr>
            <p:spPr>
              <a:xfrm>
                <a:off x="1226643"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7" name="Google Shape;357;p45"/>
              <p:cNvSpPr/>
              <p:nvPr/>
            </p:nvSpPr>
            <p:spPr>
              <a:xfrm>
                <a:off x="1707532"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8" name="Google Shape;358;p45"/>
              <p:cNvSpPr/>
              <p:nvPr/>
            </p:nvSpPr>
            <p:spPr>
              <a:xfrm>
                <a:off x="2188421"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9" name="Google Shape;359;p45"/>
              <p:cNvSpPr/>
              <p:nvPr/>
            </p:nvSpPr>
            <p:spPr>
              <a:xfrm>
                <a:off x="2669310"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0" name="Google Shape;360;p45"/>
              <p:cNvSpPr/>
              <p:nvPr/>
            </p:nvSpPr>
            <p:spPr>
              <a:xfrm>
                <a:off x="3150199"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1" name="Google Shape;361;p45"/>
              <p:cNvSpPr/>
              <p:nvPr/>
            </p:nvSpPr>
            <p:spPr>
              <a:xfrm>
                <a:off x="3631088"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2" name="Google Shape;362;p45"/>
              <p:cNvSpPr/>
              <p:nvPr/>
            </p:nvSpPr>
            <p:spPr>
              <a:xfrm>
                <a:off x="4111978"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3" name="Google Shape;363;p45"/>
              <p:cNvSpPr/>
              <p:nvPr/>
            </p:nvSpPr>
            <p:spPr>
              <a:xfrm>
                <a:off x="4592867"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4" name="Google Shape;364;p45"/>
              <p:cNvSpPr/>
              <p:nvPr/>
            </p:nvSpPr>
            <p:spPr>
              <a:xfrm>
                <a:off x="5073756"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5" name="Google Shape;365;p45"/>
              <p:cNvSpPr/>
              <p:nvPr/>
            </p:nvSpPr>
            <p:spPr>
              <a:xfrm>
                <a:off x="5554645"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6" name="Google Shape;366;p45"/>
              <p:cNvSpPr/>
              <p:nvPr/>
            </p:nvSpPr>
            <p:spPr>
              <a:xfrm>
                <a:off x="6035534"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7" name="Google Shape;367;p45"/>
              <p:cNvSpPr/>
              <p:nvPr/>
            </p:nvSpPr>
            <p:spPr>
              <a:xfrm>
                <a:off x="6516424"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8" name="Google Shape;368;p45"/>
              <p:cNvSpPr/>
              <p:nvPr/>
            </p:nvSpPr>
            <p:spPr>
              <a:xfrm>
                <a:off x="6997313"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9" name="Google Shape;369;p45"/>
              <p:cNvSpPr/>
              <p:nvPr/>
            </p:nvSpPr>
            <p:spPr>
              <a:xfrm>
                <a:off x="7478202"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0" name="Google Shape;370;p45"/>
              <p:cNvSpPr/>
              <p:nvPr/>
            </p:nvSpPr>
            <p:spPr>
              <a:xfrm>
                <a:off x="7959091"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1" name="Google Shape;371;p45"/>
              <p:cNvSpPr/>
              <p:nvPr/>
            </p:nvSpPr>
            <p:spPr>
              <a:xfrm>
                <a:off x="8439980"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2" name="Google Shape;372;p45"/>
              <p:cNvSpPr/>
              <p:nvPr/>
            </p:nvSpPr>
            <p:spPr>
              <a:xfrm>
                <a:off x="8920870"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73" name="Google Shape;373;p45"/>
            <p:cNvSpPr/>
            <p:nvPr/>
          </p:nvSpPr>
          <p:spPr>
            <a:xfrm>
              <a:off x="-11050" y="2007050"/>
              <a:ext cx="9187800" cy="24051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374" name="Google Shape;374;p45"/>
            <p:cNvGrpSpPr/>
            <p:nvPr/>
          </p:nvGrpSpPr>
          <p:grpSpPr>
            <a:xfrm>
              <a:off x="-216024" y="4161964"/>
              <a:ext cx="9652059" cy="483185"/>
              <a:chOff x="-216025" y="2997075"/>
              <a:chExt cx="9618395" cy="481500"/>
            </a:xfrm>
          </p:grpSpPr>
          <p:sp>
            <p:nvSpPr>
              <p:cNvPr id="375" name="Google Shape;375;p45"/>
              <p:cNvSpPr/>
              <p:nvPr/>
            </p:nvSpPr>
            <p:spPr>
              <a:xfrm>
                <a:off x="-216025"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6" name="Google Shape;376;p45"/>
              <p:cNvSpPr/>
              <p:nvPr/>
            </p:nvSpPr>
            <p:spPr>
              <a:xfrm>
                <a:off x="264864"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7" name="Google Shape;377;p45"/>
              <p:cNvSpPr/>
              <p:nvPr/>
            </p:nvSpPr>
            <p:spPr>
              <a:xfrm>
                <a:off x="745753"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8" name="Google Shape;378;p45"/>
              <p:cNvSpPr/>
              <p:nvPr/>
            </p:nvSpPr>
            <p:spPr>
              <a:xfrm>
                <a:off x="1226643"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9" name="Google Shape;379;p45"/>
              <p:cNvSpPr/>
              <p:nvPr/>
            </p:nvSpPr>
            <p:spPr>
              <a:xfrm>
                <a:off x="1707532"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0" name="Google Shape;380;p45"/>
              <p:cNvSpPr/>
              <p:nvPr/>
            </p:nvSpPr>
            <p:spPr>
              <a:xfrm>
                <a:off x="2188421"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1" name="Google Shape;381;p45"/>
              <p:cNvSpPr/>
              <p:nvPr/>
            </p:nvSpPr>
            <p:spPr>
              <a:xfrm>
                <a:off x="2669310"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2" name="Google Shape;382;p45"/>
              <p:cNvSpPr/>
              <p:nvPr/>
            </p:nvSpPr>
            <p:spPr>
              <a:xfrm>
                <a:off x="3150199"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3" name="Google Shape;383;p45"/>
              <p:cNvSpPr/>
              <p:nvPr/>
            </p:nvSpPr>
            <p:spPr>
              <a:xfrm>
                <a:off x="3631088"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4" name="Google Shape;384;p45"/>
              <p:cNvSpPr/>
              <p:nvPr/>
            </p:nvSpPr>
            <p:spPr>
              <a:xfrm>
                <a:off x="4111978"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5" name="Google Shape;385;p45"/>
              <p:cNvSpPr/>
              <p:nvPr/>
            </p:nvSpPr>
            <p:spPr>
              <a:xfrm>
                <a:off x="4592867"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6" name="Google Shape;386;p45"/>
              <p:cNvSpPr/>
              <p:nvPr/>
            </p:nvSpPr>
            <p:spPr>
              <a:xfrm>
                <a:off x="5073756"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7" name="Google Shape;387;p45"/>
              <p:cNvSpPr/>
              <p:nvPr/>
            </p:nvSpPr>
            <p:spPr>
              <a:xfrm>
                <a:off x="5554645"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8" name="Google Shape;388;p45"/>
              <p:cNvSpPr/>
              <p:nvPr/>
            </p:nvSpPr>
            <p:spPr>
              <a:xfrm>
                <a:off x="6035534"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9" name="Google Shape;389;p45"/>
              <p:cNvSpPr/>
              <p:nvPr/>
            </p:nvSpPr>
            <p:spPr>
              <a:xfrm>
                <a:off x="6516424"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0" name="Google Shape;390;p45"/>
              <p:cNvSpPr/>
              <p:nvPr/>
            </p:nvSpPr>
            <p:spPr>
              <a:xfrm>
                <a:off x="6997313"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1" name="Google Shape;391;p45"/>
              <p:cNvSpPr/>
              <p:nvPr/>
            </p:nvSpPr>
            <p:spPr>
              <a:xfrm>
                <a:off x="7478202"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2" name="Google Shape;392;p45"/>
              <p:cNvSpPr/>
              <p:nvPr/>
            </p:nvSpPr>
            <p:spPr>
              <a:xfrm>
                <a:off x="7959091"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3" name="Google Shape;393;p45"/>
              <p:cNvSpPr/>
              <p:nvPr/>
            </p:nvSpPr>
            <p:spPr>
              <a:xfrm>
                <a:off x="8439980"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4" name="Google Shape;394;p45"/>
              <p:cNvSpPr/>
              <p:nvPr/>
            </p:nvSpPr>
            <p:spPr>
              <a:xfrm>
                <a:off x="8920870"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sp>
        <p:nvSpPr>
          <p:cNvPr id="395" name="Google Shape;395;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solidFill>
                  <a:schemeClr val="dk1"/>
                </a:solidFill>
                <a:latin typeface="Archivo"/>
                <a:ea typeface="Archivo"/>
                <a:cs typeface="Archivo"/>
                <a:sym typeface="Archivo"/>
              </a:defRPr>
            </a:lvl1pPr>
            <a:lvl2pPr lvl="1" rtl="0">
              <a:buNone/>
              <a:defRPr>
                <a:solidFill>
                  <a:schemeClr val="dk1"/>
                </a:solidFill>
                <a:latin typeface="Archivo"/>
                <a:ea typeface="Archivo"/>
                <a:cs typeface="Archivo"/>
                <a:sym typeface="Archivo"/>
              </a:defRPr>
            </a:lvl2pPr>
            <a:lvl3pPr lvl="2" rtl="0">
              <a:buNone/>
              <a:defRPr>
                <a:solidFill>
                  <a:schemeClr val="dk1"/>
                </a:solidFill>
                <a:latin typeface="Archivo"/>
                <a:ea typeface="Archivo"/>
                <a:cs typeface="Archivo"/>
                <a:sym typeface="Archivo"/>
              </a:defRPr>
            </a:lvl3pPr>
            <a:lvl4pPr lvl="3" rtl="0">
              <a:buNone/>
              <a:defRPr>
                <a:solidFill>
                  <a:schemeClr val="dk1"/>
                </a:solidFill>
                <a:latin typeface="Archivo"/>
                <a:ea typeface="Archivo"/>
                <a:cs typeface="Archivo"/>
                <a:sym typeface="Archivo"/>
              </a:defRPr>
            </a:lvl4pPr>
            <a:lvl5pPr lvl="4" rtl="0">
              <a:buNone/>
              <a:defRPr>
                <a:solidFill>
                  <a:schemeClr val="dk1"/>
                </a:solidFill>
                <a:latin typeface="Archivo"/>
                <a:ea typeface="Archivo"/>
                <a:cs typeface="Archivo"/>
                <a:sym typeface="Archivo"/>
              </a:defRPr>
            </a:lvl5pPr>
            <a:lvl6pPr lvl="5" rtl="0">
              <a:buNone/>
              <a:defRPr>
                <a:solidFill>
                  <a:schemeClr val="dk1"/>
                </a:solidFill>
                <a:latin typeface="Archivo"/>
                <a:ea typeface="Archivo"/>
                <a:cs typeface="Archivo"/>
                <a:sym typeface="Archivo"/>
              </a:defRPr>
            </a:lvl6pPr>
            <a:lvl7pPr lvl="6" rtl="0">
              <a:buNone/>
              <a:defRPr>
                <a:solidFill>
                  <a:schemeClr val="dk1"/>
                </a:solidFill>
                <a:latin typeface="Archivo"/>
                <a:ea typeface="Archivo"/>
                <a:cs typeface="Archivo"/>
                <a:sym typeface="Archivo"/>
              </a:defRPr>
            </a:lvl7pPr>
            <a:lvl8pPr lvl="7" rtl="0">
              <a:buNone/>
              <a:defRPr>
                <a:solidFill>
                  <a:schemeClr val="dk1"/>
                </a:solidFill>
                <a:latin typeface="Archivo"/>
                <a:ea typeface="Archivo"/>
                <a:cs typeface="Archivo"/>
                <a:sym typeface="Archivo"/>
              </a:defRPr>
            </a:lvl8pPr>
            <a:lvl9pPr lvl="8" rtl="0">
              <a:buNone/>
              <a:defRPr>
                <a:solidFill>
                  <a:schemeClr val="dk1"/>
                </a:solidFill>
                <a:latin typeface="Archivo"/>
                <a:ea typeface="Archivo"/>
                <a:cs typeface="Archivo"/>
                <a:sym typeface="Archivo"/>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396" name="Google Shape;396;p45"/>
          <p:cNvSpPr txBox="1">
            <a:spLocks noGrp="1"/>
          </p:cNvSpPr>
          <p:nvPr>
            <p:ph type="title"/>
          </p:nvPr>
        </p:nvSpPr>
        <p:spPr>
          <a:xfrm>
            <a:off x="1125150" y="2895463"/>
            <a:ext cx="6893700" cy="616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1pPr>
            <a:lvl2pPr lvl="1"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2pPr>
            <a:lvl3pPr lvl="2"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3pPr>
            <a:lvl4pPr lvl="3"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4pPr>
            <a:lvl5pPr lvl="4"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5pPr>
            <a:lvl6pPr lvl="5"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6pPr>
            <a:lvl7pPr lvl="6"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7pPr>
            <a:lvl8pPr lvl="7"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8pPr>
            <a:lvl9pPr lvl="8"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Question 4">
  <p:cSld name="CUSTOM_5">
    <p:bg>
      <p:bgPr>
        <a:solidFill>
          <a:schemeClr val="dk2"/>
        </a:solidFill>
        <a:effectLst/>
      </p:bgPr>
    </p:bg>
    <p:spTree>
      <p:nvGrpSpPr>
        <p:cNvPr id="1" name="Shape 397"/>
        <p:cNvGrpSpPr/>
        <p:nvPr/>
      </p:nvGrpSpPr>
      <p:grpSpPr>
        <a:xfrm>
          <a:off x="0" y="0"/>
          <a:ext cx="0" cy="0"/>
          <a:chOff x="0" y="0"/>
          <a:chExt cx="0" cy="0"/>
        </a:xfrm>
      </p:grpSpPr>
      <p:sp>
        <p:nvSpPr>
          <p:cNvPr id="398" name="Google Shape;398;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solidFill>
                  <a:schemeClr val="dk1"/>
                </a:solidFill>
                <a:latin typeface="Archivo"/>
                <a:ea typeface="Archivo"/>
                <a:cs typeface="Archivo"/>
                <a:sym typeface="Archivo"/>
              </a:defRPr>
            </a:lvl1pPr>
            <a:lvl2pPr lvl="1" rtl="0">
              <a:buNone/>
              <a:defRPr>
                <a:solidFill>
                  <a:schemeClr val="dk1"/>
                </a:solidFill>
                <a:latin typeface="Archivo"/>
                <a:ea typeface="Archivo"/>
                <a:cs typeface="Archivo"/>
                <a:sym typeface="Archivo"/>
              </a:defRPr>
            </a:lvl2pPr>
            <a:lvl3pPr lvl="2" rtl="0">
              <a:buNone/>
              <a:defRPr>
                <a:solidFill>
                  <a:schemeClr val="dk1"/>
                </a:solidFill>
                <a:latin typeface="Archivo"/>
                <a:ea typeface="Archivo"/>
                <a:cs typeface="Archivo"/>
                <a:sym typeface="Archivo"/>
              </a:defRPr>
            </a:lvl3pPr>
            <a:lvl4pPr lvl="3" rtl="0">
              <a:buNone/>
              <a:defRPr>
                <a:solidFill>
                  <a:schemeClr val="dk1"/>
                </a:solidFill>
                <a:latin typeface="Archivo"/>
                <a:ea typeface="Archivo"/>
                <a:cs typeface="Archivo"/>
                <a:sym typeface="Archivo"/>
              </a:defRPr>
            </a:lvl4pPr>
            <a:lvl5pPr lvl="4" rtl="0">
              <a:buNone/>
              <a:defRPr>
                <a:solidFill>
                  <a:schemeClr val="dk1"/>
                </a:solidFill>
                <a:latin typeface="Archivo"/>
                <a:ea typeface="Archivo"/>
                <a:cs typeface="Archivo"/>
                <a:sym typeface="Archivo"/>
              </a:defRPr>
            </a:lvl5pPr>
            <a:lvl6pPr lvl="5" rtl="0">
              <a:buNone/>
              <a:defRPr>
                <a:solidFill>
                  <a:schemeClr val="dk1"/>
                </a:solidFill>
                <a:latin typeface="Archivo"/>
                <a:ea typeface="Archivo"/>
                <a:cs typeface="Archivo"/>
                <a:sym typeface="Archivo"/>
              </a:defRPr>
            </a:lvl6pPr>
            <a:lvl7pPr lvl="6" rtl="0">
              <a:buNone/>
              <a:defRPr>
                <a:solidFill>
                  <a:schemeClr val="dk1"/>
                </a:solidFill>
                <a:latin typeface="Archivo"/>
                <a:ea typeface="Archivo"/>
                <a:cs typeface="Archivo"/>
                <a:sym typeface="Archivo"/>
              </a:defRPr>
            </a:lvl7pPr>
            <a:lvl8pPr lvl="7" rtl="0">
              <a:buNone/>
              <a:defRPr>
                <a:solidFill>
                  <a:schemeClr val="dk1"/>
                </a:solidFill>
                <a:latin typeface="Archivo"/>
                <a:ea typeface="Archivo"/>
                <a:cs typeface="Archivo"/>
                <a:sym typeface="Archivo"/>
              </a:defRPr>
            </a:lvl8pPr>
            <a:lvl9pPr lvl="8" rtl="0">
              <a:buNone/>
              <a:defRPr>
                <a:solidFill>
                  <a:schemeClr val="dk1"/>
                </a:solidFill>
                <a:latin typeface="Archivo"/>
                <a:ea typeface="Archivo"/>
                <a:cs typeface="Archivo"/>
                <a:sym typeface="Archivo"/>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399" name="Google Shape;399;p46"/>
          <p:cNvSpPr/>
          <p:nvPr/>
        </p:nvSpPr>
        <p:spPr>
          <a:xfrm rot="-1801062">
            <a:off x="2857808" y="-6232"/>
            <a:ext cx="1000265" cy="335604"/>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400" name="Google Shape;400;p46"/>
          <p:cNvSpPr/>
          <p:nvPr/>
        </p:nvSpPr>
        <p:spPr>
          <a:xfrm rot="-1800278">
            <a:off x="6115949" y="-75828"/>
            <a:ext cx="722299" cy="335604"/>
          </a:xfrm>
          <a:prstGeom prst="roundRect">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401" name="Google Shape;401;p46"/>
          <p:cNvSpPr/>
          <p:nvPr/>
        </p:nvSpPr>
        <p:spPr>
          <a:xfrm rot="-1800530">
            <a:off x="7720323" y="3084224"/>
            <a:ext cx="1768928" cy="335604"/>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402" name="Google Shape;402;p46"/>
          <p:cNvSpPr/>
          <p:nvPr/>
        </p:nvSpPr>
        <p:spPr>
          <a:xfrm rot="-1801062">
            <a:off x="-375417" y="3835418"/>
            <a:ext cx="1000265" cy="335604"/>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403" name="Google Shape;403;p46"/>
          <p:cNvSpPr/>
          <p:nvPr/>
        </p:nvSpPr>
        <p:spPr>
          <a:xfrm rot="-1800388">
            <a:off x="3886057" y="4472620"/>
            <a:ext cx="1083988" cy="335604"/>
          </a:xfrm>
          <a:prstGeom prst="roundRect">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404" name="Google Shape;404;p46"/>
          <p:cNvSpPr/>
          <p:nvPr/>
        </p:nvSpPr>
        <p:spPr>
          <a:xfrm rot="-1800278">
            <a:off x="2497899" y="3765822"/>
            <a:ext cx="722299" cy="335604"/>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405" name="Google Shape;405;p46"/>
          <p:cNvSpPr/>
          <p:nvPr/>
        </p:nvSpPr>
        <p:spPr>
          <a:xfrm rot="-1800530">
            <a:off x="-336302" y="977024"/>
            <a:ext cx="1768928" cy="335604"/>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406" name="Google Shape;406;p46"/>
          <p:cNvSpPr/>
          <p:nvPr/>
        </p:nvSpPr>
        <p:spPr>
          <a:xfrm rot="-1800746">
            <a:off x="7081873" y="815626"/>
            <a:ext cx="1729150" cy="335604"/>
          </a:xfrm>
          <a:prstGeom prst="roundRect">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Section header">
  <p:cSld name="CUSTOM_6">
    <p:spTree>
      <p:nvGrpSpPr>
        <p:cNvPr id="1" name="Shape 407"/>
        <p:cNvGrpSpPr/>
        <p:nvPr/>
      </p:nvGrpSpPr>
      <p:grpSpPr>
        <a:xfrm>
          <a:off x="0" y="0"/>
          <a:ext cx="0" cy="0"/>
          <a:chOff x="0" y="0"/>
          <a:chExt cx="0" cy="0"/>
        </a:xfrm>
      </p:grpSpPr>
      <p:sp>
        <p:nvSpPr>
          <p:cNvPr id="408" name="Google Shape;408;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solidFill>
                  <a:schemeClr val="dk1"/>
                </a:solidFill>
                <a:latin typeface="Archivo"/>
                <a:ea typeface="Archivo"/>
                <a:cs typeface="Archivo"/>
                <a:sym typeface="Archivo"/>
              </a:defRPr>
            </a:lvl1pPr>
            <a:lvl2pPr lvl="1" rtl="0">
              <a:buNone/>
              <a:defRPr>
                <a:solidFill>
                  <a:schemeClr val="dk1"/>
                </a:solidFill>
                <a:latin typeface="Archivo"/>
                <a:ea typeface="Archivo"/>
                <a:cs typeface="Archivo"/>
                <a:sym typeface="Archivo"/>
              </a:defRPr>
            </a:lvl2pPr>
            <a:lvl3pPr lvl="2" rtl="0">
              <a:buNone/>
              <a:defRPr>
                <a:solidFill>
                  <a:schemeClr val="dk1"/>
                </a:solidFill>
                <a:latin typeface="Archivo"/>
                <a:ea typeface="Archivo"/>
                <a:cs typeface="Archivo"/>
                <a:sym typeface="Archivo"/>
              </a:defRPr>
            </a:lvl3pPr>
            <a:lvl4pPr lvl="3" rtl="0">
              <a:buNone/>
              <a:defRPr>
                <a:solidFill>
                  <a:schemeClr val="dk1"/>
                </a:solidFill>
                <a:latin typeface="Archivo"/>
                <a:ea typeface="Archivo"/>
                <a:cs typeface="Archivo"/>
                <a:sym typeface="Archivo"/>
              </a:defRPr>
            </a:lvl4pPr>
            <a:lvl5pPr lvl="4" rtl="0">
              <a:buNone/>
              <a:defRPr>
                <a:solidFill>
                  <a:schemeClr val="dk1"/>
                </a:solidFill>
                <a:latin typeface="Archivo"/>
                <a:ea typeface="Archivo"/>
                <a:cs typeface="Archivo"/>
                <a:sym typeface="Archivo"/>
              </a:defRPr>
            </a:lvl5pPr>
            <a:lvl6pPr lvl="5" rtl="0">
              <a:buNone/>
              <a:defRPr>
                <a:solidFill>
                  <a:schemeClr val="dk1"/>
                </a:solidFill>
                <a:latin typeface="Archivo"/>
                <a:ea typeface="Archivo"/>
                <a:cs typeface="Archivo"/>
                <a:sym typeface="Archivo"/>
              </a:defRPr>
            </a:lvl6pPr>
            <a:lvl7pPr lvl="6" rtl="0">
              <a:buNone/>
              <a:defRPr>
                <a:solidFill>
                  <a:schemeClr val="dk1"/>
                </a:solidFill>
                <a:latin typeface="Archivo"/>
                <a:ea typeface="Archivo"/>
                <a:cs typeface="Archivo"/>
                <a:sym typeface="Archivo"/>
              </a:defRPr>
            </a:lvl7pPr>
            <a:lvl8pPr lvl="7" rtl="0">
              <a:buNone/>
              <a:defRPr>
                <a:solidFill>
                  <a:schemeClr val="dk1"/>
                </a:solidFill>
                <a:latin typeface="Archivo"/>
                <a:ea typeface="Archivo"/>
                <a:cs typeface="Archivo"/>
                <a:sym typeface="Archivo"/>
              </a:defRPr>
            </a:lvl8pPr>
            <a:lvl9pPr lvl="8" rtl="0">
              <a:buNone/>
              <a:defRPr>
                <a:solidFill>
                  <a:schemeClr val="dk1"/>
                </a:solidFill>
                <a:latin typeface="Archivo"/>
                <a:ea typeface="Archivo"/>
                <a:cs typeface="Archivo"/>
                <a:sym typeface="Archivo"/>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409" name="Google Shape;409;p47"/>
          <p:cNvSpPr txBox="1">
            <a:spLocks noGrp="1"/>
          </p:cNvSpPr>
          <p:nvPr>
            <p:ph type="title"/>
          </p:nvPr>
        </p:nvSpPr>
        <p:spPr>
          <a:xfrm>
            <a:off x="1081200" y="2131925"/>
            <a:ext cx="6981600" cy="616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1pPr>
            <a:lvl2pPr lvl="1"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2pPr>
            <a:lvl3pPr lvl="2"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3pPr>
            <a:lvl4pPr lvl="3"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4pPr>
            <a:lvl5pPr lvl="4"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5pPr>
            <a:lvl6pPr lvl="5"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6pPr>
            <a:lvl7pPr lvl="6"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7pPr>
            <a:lvl8pPr lvl="7"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8pPr>
            <a:lvl9pPr lvl="8"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Answer 4">
  <p:cSld name="CUSTOM_7">
    <p:spTree>
      <p:nvGrpSpPr>
        <p:cNvPr id="1" name="Shape 410"/>
        <p:cNvGrpSpPr/>
        <p:nvPr/>
      </p:nvGrpSpPr>
      <p:grpSpPr>
        <a:xfrm>
          <a:off x="0" y="0"/>
          <a:ext cx="0" cy="0"/>
          <a:chOff x="0" y="0"/>
          <a:chExt cx="0" cy="0"/>
        </a:xfrm>
      </p:grpSpPr>
      <p:sp>
        <p:nvSpPr>
          <p:cNvPr id="411" name="Google Shape;411;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solidFill>
                  <a:schemeClr val="dk1"/>
                </a:solidFill>
                <a:latin typeface="Archivo"/>
                <a:ea typeface="Archivo"/>
                <a:cs typeface="Archivo"/>
                <a:sym typeface="Archivo"/>
              </a:defRPr>
            </a:lvl1pPr>
            <a:lvl2pPr lvl="1" rtl="0">
              <a:buNone/>
              <a:defRPr>
                <a:solidFill>
                  <a:schemeClr val="dk1"/>
                </a:solidFill>
                <a:latin typeface="Archivo"/>
                <a:ea typeface="Archivo"/>
                <a:cs typeface="Archivo"/>
                <a:sym typeface="Archivo"/>
              </a:defRPr>
            </a:lvl2pPr>
            <a:lvl3pPr lvl="2" rtl="0">
              <a:buNone/>
              <a:defRPr>
                <a:solidFill>
                  <a:schemeClr val="dk1"/>
                </a:solidFill>
                <a:latin typeface="Archivo"/>
                <a:ea typeface="Archivo"/>
                <a:cs typeface="Archivo"/>
                <a:sym typeface="Archivo"/>
              </a:defRPr>
            </a:lvl3pPr>
            <a:lvl4pPr lvl="3" rtl="0">
              <a:buNone/>
              <a:defRPr>
                <a:solidFill>
                  <a:schemeClr val="dk1"/>
                </a:solidFill>
                <a:latin typeface="Archivo"/>
                <a:ea typeface="Archivo"/>
                <a:cs typeface="Archivo"/>
                <a:sym typeface="Archivo"/>
              </a:defRPr>
            </a:lvl4pPr>
            <a:lvl5pPr lvl="4" rtl="0">
              <a:buNone/>
              <a:defRPr>
                <a:solidFill>
                  <a:schemeClr val="dk1"/>
                </a:solidFill>
                <a:latin typeface="Archivo"/>
                <a:ea typeface="Archivo"/>
                <a:cs typeface="Archivo"/>
                <a:sym typeface="Archivo"/>
              </a:defRPr>
            </a:lvl5pPr>
            <a:lvl6pPr lvl="5" rtl="0">
              <a:buNone/>
              <a:defRPr>
                <a:solidFill>
                  <a:schemeClr val="dk1"/>
                </a:solidFill>
                <a:latin typeface="Archivo"/>
                <a:ea typeface="Archivo"/>
                <a:cs typeface="Archivo"/>
                <a:sym typeface="Archivo"/>
              </a:defRPr>
            </a:lvl6pPr>
            <a:lvl7pPr lvl="6" rtl="0">
              <a:buNone/>
              <a:defRPr>
                <a:solidFill>
                  <a:schemeClr val="dk1"/>
                </a:solidFill>
                <a:latin typeface="Archivo"/>
                <a:ea typeface="Archivo"/>
                <a:cs typeface="Archivo"/>
                <a:sym typeface="Archivo"/>
              </a:defRPr>
            </a:lvl7pPr>
            <a:lvl8pPr lvl="7" rtl="0">
              <a:buNone/>
              <a:defRPr>
                <a:solidFill>
                  <a:schemeClr val="dk1"/>
                </a:solidFill>
                <a:latin typeface="Archivo"/>
                <a:ea typeface="Archivo"/>
                <a:cs typeface="Archivo"/>
                <a:sym typeface="Archivo"/>
              </a:defRPr>
            </a:lvl8pPr>
            <a:lvl9pPr lvl="8" rtl="0">
              <a:buNone/>
              <a:defRPr>
                <a:solidFill>
                  <a:schemeClr val="dk1"/>
                </a:solidFill>
                <a:latin typeface="Archivo"/>
                <a:ea typeface="Archivo"/>
                <a:cs typeface="Archivo"/>
                <a:sym typeface="Archivo"/>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grpSp>
        <p:nvGrpSpPr>
          <p:cNvPr id="412" name="Google Shape;412;p48"/>
          <p:cNvGrpSpPr/>
          <p:nvPr/>
        </p:nvGrpSpPr>
        <p:grpSpPr>
          <a:xfrm>
            <a:off x="-216024" y="2295384"/>
            <a:ext cx="9652059" cy="1617090"/>
            <a:chOff x="-216025" y="2571750"/>
            <a:chExt cx="9618395" cy="1611450"/>
          </a:xfrm>
        </p:grpSpPr>
        <p:grpSp>
          <p:nvGrpSpPr>
            <p:cNvPr id="413" name="Google Shape;413;p48"/>
            <p:cNvGrpSpPr/>
            <p:nvPr/>
          </p:nvGrpSpPr>
          <p:grpSpPr>
            <a:xfrm>
              <a:off x="-216025" y="2571750"/>
              <a:ext cx="9618395" cy="481500"/>
              <a:chOff x="-216025" y="2997075"/>
              <a:chExt cx="9618395" cy="481500"/>
            </a:xfrm>
          </p:grpSpPr>
          <p:sp>
            <p:nvSpPr>
              <p:cNvPr id="414" name="Google Shape;414;p48"/>
              <p:cNvSpPr/>
              <p:nvPr/>
            </p:nvSpPr>
            <p:spPr>
              <a:xfrm>
                <a:off x="-216025"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5" name="Google Shape;415;p48"/>
              <p:cNvSpPr/>
              <p:nvPr/>
            </p:nvSpPr>
            <p:spPr>
              <a:xfrm>
                <a:off x="264864"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6" name="Google Shape;416;p48"/>
              <p:cNvSpPr/>
              <p:nvPr/>
            </p:nvSpPr>
            <p:spPr>
              <a:xfrm>
                <a:off x="745753"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7" name="Google Shape;417;p48"/>
              <p:cNvSpPr/>
              <p:nvPr/>
            </p:nvSpPr>
            <p:spPr>
              <a:xfrm>
                <a:off x="1226643"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8" name="Google Shape;418;p48"/>
              <p:cNvSpPr/>
              <p:nvPr/>
            </p:nvSpPr>
            <p:spPr>
              <a:xfrm>
                <a:off x="1707532"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9" name="Google Shape;419;p48"/>
              <p:cNvSpPr/>
              <p:nvPr/>
            </p:nvSpPr>
            <p:spPr>
              <a:xfrm>
                <a:off x="2188421"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0" name="Google Shape;420;p48"/>
              <p:cNvSpPr/>
              <p:nvPr/>
            </p:nvSpPr>
            <p:spPr>
              <a:xfrm>
                <a:off x="2669310"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1" name="Google Shape;421;p48"/>
              <p:cNvSpPr/>
              <p:nvPr/>
            </p:nvSpPr>
            <p:spPr>
              <a:xfrm>
                <a:off x="3150199"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2" name="Google Shape;422;p48"/>
              <p:cNvSpPr/>
              <p:nvPr/>
            </p:nvSpPr>
            <p:spPr>
              <a:xfrm>
                <a:off x="3631088"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3" name="Google Shape;423;p48"/>
              <p:cNvSpPr/>
              <p:nvPr/>
            </p:nvSpPr>
            <p:spPr>
              <a:xfrm>
                <a:off x="4111978"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4" name="Google Shape;424;p48"/>
              <p:cNvSpPr/>
              <p:nvPr/>
            </p:nvSpPr>
            <p:spPr>
              <a:xfrm>
                <a:off x="4592867"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5" name="Google Shape;425;p48"/>
              <p:cNvSpPr/>
              <p:nvPr/>
            </p:nvSpPr>
            <p:spPr>
              <a:xfrm>
                <a:off x="5073756"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6" name="Google Shape;426;p48"/>
              <p:cNvSpPr/>
              <p:nvPr/>
            </p:nvSpPr>
            <p:spPr>
              <a:xfrm>
                <a:off x="5554645"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7" name="Google Shape;427;p48"/>
              <p:cNvSpPr/>
              <p:nvPr/>
            </p:nvSpPr>
            <p:spPr>
              <a:xfrm>
                <a:off x="6035534"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8" name="Google Shape;428;p48"/>
              <p:cNvSpPr/>
              <p:nvPr/>
            </p:nvSpPr>
            <p:spPr>
              <a:xfrm>
                <a:off x="6516424"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9" name="Google Shape;429;p48"/>
              <p:cNvSpPr/>
              <p:nvPr/>
            </p:nvSpPr>
            <p:spPr>
              <a:xfrm>
                <a:off x="6997313"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0" name="Google Shape;430;p48"/>
              <p:cNvSpPr/>
              <p:nvPr/>
            </p:nvSpPr>
            <p:spPr>
              <a:xfrm>
                <a:off x="7478202"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1" name="Google Shape;431;p48"/>
              <p:cNvSpPr/>
              <p:nvPr/>
            </p:nvSpPr>
            <p:spPr>
              <a:xfrm>
                <a:off x="7959091"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2" name="Google Shape;432;p48"/>
              <p:cNvSpPr/>
              <p:nvPr/>
            </p:nvSpPr>
            <p:spPr>
              <a:xfrm>
                <a:off x="8439980"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3" name="Google Shape;433;p48"/>
              <p:cNvSpPr/>
              <p:nvPr/>
            </p:nvSpPr>
            <p:spPr>
              <a:xfrm>
                <a:off x="8920870"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34" name="Google Shape;434;p48"/>
            <p:cNvSpPr/>
            <p:nvPr/>
          </p:nvSpPr>
          <p:spPr>
            <a:xfrm>
              <a:off x="-11775" y="2813025"/>
              <a:ext cx="9155700" cy="1141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435" name="Google Shape;435;p48"/>
            <p:cNvGrpSpPr/>
            <p:nvPr/>
          </p:nvGrpSpPr>
          <p:grpSpPr>
            <a:xfrm>
              <a:off x="-216025" y="3701700"/>
              <a:ext cx="9618395" cy="481500"/>
              <a:chOff x="-216025" y="2997075"/>
              <a:chExt cx="9618395" cy="481500"/>
            </a:xfrm>
          </p:grpSpPr>
          <p:sp>
            <p:nvSpPr>
              <p:cNvPr id="436" name="Google Shape;436;p48"/>
              <p:cNvSpPr/>
              <p:nvPr/>
            </p:nvSpPr>
            <p:spPr>
              <a:xfrm>
                <a:off x="-216025"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7" name="Google Shape;437;p48"/>
              <p:cNvSpPr/>
              <p:nvPr/>
            </p:nvSpPr>
            <p:spPr>
              <a:xfrm>
                <a:off x="264864"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8" name="Google Shape;438;p48"/>
              <p:cNvSpPr/>
              <p:nvPr/>
            </p:nvSpPr>
            <p:spPr>
              <a:xfrm>
                <a:off x="745753"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9" name="Google Shape;439;p48"/>
              <p:cNvSpPr/>
              <p:nvPr/>
            </p:nvSpPr>
            <p:spPr>
              <a:xfrm>
                <a:off x="1226643"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0" name="Google Shape;440;p48"/>
              <p:cNvSpPr/>
              <p:nvPr/>
            </p:nvSpPr>
            <p:spPr>
              <a:xfrm>
                <a:off x="1707532"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1" name="Google Shape;441;p48"/>
              <p:cNvSpPr/>
              <p:nvPr/>
            </p:nvSpPr>
            <p:spPr>
              <a:xfrm>
                <a:off x="2188421"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2" name="Google Shape;442;p48"/>
              <p:cNvSpPr/>
              <p:nvPr/>
            </p:nvSpPr>
            <p:spPr>
              <a:xfrm>
                <a:off x="2669310"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3" name="Google Shape;443;p48"/>
              <p:cNvSpPr/>
              <p:nvPr/>
            </p:nvSpPr>
            <p:spPr>
              <a:xfrm>
                <a:off x="3150199"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4" name="Google Shape;444;p48"/>
              <p:cNvSpPr/>
              <p:nvPr/>
            </p:nvSpPr>
            <p:spPr>
              <a:xfrm>
                <a:off x="3631088"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5" name="Google Shape;445;p48"/>
              <p:cNvSpPr/>
              <p:nvPr/>
            </p:nvSpPr>
            <p:spPr>
              <a:xfrm>
                <a:off x="4111978"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6" name="Google Shape;446;p48"/>
              <p:cNvSpPr/>
              <p:nvPr/>
            </p:nvSpPr>
            <p:spPr>
              <a:xfrm>
                <a:off x="4592867"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7" name="Google Shape;447;p48"/>
              <p:cNvSpPr/>
              <p:nvPr/>
            </p:nvSpPr>
            <p:spPr>
              <a:xfrm>
                <a:off x="5073756"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8" name="Google Shape;448;p48"/>
              <p:cNvSpPr/>
              <p:nvPr/>
            </p:nvSpPr>
            <p:spPr>
              <a:xfrm>
                <a:off x="5554645"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9" name="Google Shape;449;p48"/>
              <p:cNvSpPr/>
              <p:nvPr/>
            </p:nvSpPr>
            <p:spPr>
              <a:xfrm>
                <a:off x="6035534"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0" name="Google Shape;450;p48"/>
              <p:cNvSpPr/>
              <p:nvPr/>
            </p:nvSpPr>
            <p:spPr>
              <a:xfrm>
                <a:off x="6516424"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1" name="Google Shape;451;p48"/>
              <p:cNvSpPr/>
              <p:nvPr/>
            </p:nvSpPr>
            <p:spPr>
              <a:xfrm>
                <a:off x="6997313"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2" name="Google Shape;452;p48"/>
              <p:cNvSpPr/>
              <p:nvPr/>
            </p:nvSpPr>
            <p:spPr>
              <a:xfrm>
                <a:off x="7478202"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3" name="Google Shape;453;p48"/>
              <p:cNvSpPr/>
              <p:nvPr/>
            </p:nvSpPr>
            <p:spPr>
              <a:xfrm>
                <a:off x="7959091"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4" name="Google Shape;454;p48"/>
              <p:cNvSpPr/>
              <p:nvPr/>
            </p:nvSpPr>
            <p:spPr>
              <a:xfrm>
                <a:off x="8439980"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5" name="Google Shape;455;p48"/>
              <p:cNvSpPr/>
              <p:nvPr/>
            </p:nvSpPr>
            <p:spPr>
              <a:xfrm>
                <a:off x="8920870" y="2997075"/>
                <a:ext cx="481500" cy="481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sp>
        <p:nvSpPr>
          <p:cNvPr id="456" name="Google Shape;456;p48"/>
          <p:cNvSpPr/>
          <p:nvPr/>
        </p:nvSpPr>
        <p:spPr>
          <a:xfrm>
            <a:off x="2985750" y="1016475"/>
            <a:ext cx="3172500" cy="797700"/>
          </a:xfrm>
          <a:prstGeom prst="roundRect">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4600">
                <a:solidFill>
                  <a:schemeClr val="dk1"/>
                </a:solidFill>
                <a:latin typeface="Archivo"/>
                <a:ea typeface="Archivo"/>
                <a:cs typeface="Archivo"/>
                <a:sym typeface="Archivo"/>
              </a:rPr>
              <a:t>ANSWER</a:t>
            </a:r>
            <a:endParaRPr sz="4600">
              <a:solidFill>
                <a:schemeClr val="dk1"/>
              </a:solidFill>
              <a:latin typeface="Archivo"/>
              <a:ea typeface="Archivo"/>
              <a:cs typeface="Archivo"/>
              <a:sym typeface="Archivo"/>
            </a:endParaRPr>
          </a:p>
        </p:txBody>
      </p:sp>
      <p:sp>
        <p:nvSpPr>
          <p:cNvPr id="457" name="Google Shape;457;p48"/>
          <p:cNvSpPr txBox="1">
            <a:spLocks noGrp="1"/>
          </p:cNvSpPr>
          <p:nvPr>
            <p:ph type="title"/>
          </p:nvPr>
        </p:nvSpPr>
        <p:spPr>
          <a:xfrm>
            <a:off x="1146325" y="2798675"/>
            <a:ext cx="6893700" cy="616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1pPr>
            <a:lvl2pPr lvl="1"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2pPr>
            <a:lvl3pPr lvl="2"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3pPr>
            <a:lvl4pPr lvl="3"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4pPr>
            <a:lvl5pPr lvl="4"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5pPr>
            <a:lvl6pPr lvl="5"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6pPr>
            <a:lvl7pPr lvl="6"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7pPr>
            <a:lvl8pPr lvl="7"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8pPr>
            <a:lvl9pPr lvl="8"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Question 6">
  <p:cSld name="SECTION_TITLE_AND_DESCRIPTION_1">
    <p:bg>
      <p:bgPr>
        <a:solidFill>
          <a:schemeClr val="lt2"/>
        </a:solidFill>
        <a:effectLst/>
      </p:bgPr>
    </p:bg>
    <p:spTree>
      <p:nvGrpSpPr>
        <p:cNvPr id="1" name="Shape 458"/>
        <p:cNvGrpSpPr/>
        <p:nvPr/>
      </p:nvGrpSpPr>
      <p:grpSpPr>
        <a:xfrm>
          <a:off x="0" y="0"/>
          <a:ext cx="0" cy="0"/>
          <a:chOff x="0" y="0"/>
          <a:chExt cx="0" cy="0"/>
        </a:xfrm>
      </p:grpSpPr>
      <p:sp>
        <p:nvSpPr>
          <p:cNvPr id="459" name="Google Shape;459;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solidFill>
                  <a:schemeClr val="accent1"/>
                </a:solidFill>
                <a:latin typeface="Archivo"/>
                <a:ea typeface="Archivo"/>
                <a:cs typeface="Archivo"/>
                <a:sym typeface="Archivo"/>
              </a:defRPr>
            </a:lvl1pPr>
            <a:lvl2pPr lvl="1" rtl="0">
              <a:buNone/>
              <a:defRPr>
                <a:solidFill>
                  <a:schemeClr val="accent1"/>
                </a:solidFill>
                <a:latin typeface="Archivo"/>
                <a:ea typeface="Archivo"/>
                <a:cs typeface="Archivo"/>
                <a:sym typeface="Archivo"/>
              </a:defRPr>
            </a:lvl2pPr>
            <a:lvl3pPr lvl="2" rtl="0">
              <a:buNone/>
              <a:defRPr>
                <a:solidFill>
                  <a:schemeClr val="accent1"/>
                </a:solidFill>
                <a:latin typeface="Archivo"/>
                <a:ea typeface="Archivo"/>
                <a:cs typeface="Archivo"/>
                <a:sym typeface="Archivo"/>
              </a:defRPr>
            </a:lvl3pPr>
            <a:lvl4pPr lvl="3" rtl="0">
              <a:buNone/>
              <a:defRPr>
                <a:solidFill>
                  <a:schemeClr val="accent1"/>
                </a:solidFill>
                <a:latin typeface="Archivo"/>
                <a:ea typeface="Archivo"/>
                <a:cs typeface="Archivo"/>
                <a:sym typeface="Archivo"/>
              </a:defRPr>
            </a:lvl4pPr>
            <a:lvl5pPr lvl="4" rtl="0">
              <a:buNone/>
              <a:defRPr>
                <a:solidFill>
                  <a:schemeClr val="accent1"/>
                </a:solidFill>
                <a:latin typeface="Archivo"/>
                <a:ea typeface="Archivo"/>
                <a:cs typeface="Archivo"/>
                <a:sym typeface="Archivo"/>
              </a:defRPr>
            </a:lvl5pPr>
            <a:lvl6pPr lvl="5" rtl="0">
              <a:buNone/>
              <a:defRPr>
                <a:solidFill>
                  <a:schemeClr val="accent1"/>
                </a:solidFill>
                <a:latin typeface="Archivo"/>
                <a:ea typeface="Archivo"/>
                <a:cs typeface="Archivo"/>
                <a:sym typeface="Archivo"/>
              </a:defRPr>
            </a:lvl6pPr>
            <a:lvl7pPr lvl="6" rtl="0">
              <a:buNone/>
              <a:defRPr>
                <a:solidFill>
                  <a:schemeClr val="accent1"/>
                </a:solidFill>
                <a:latin typeface="Archivo"/>
                <a:ea typeface="Archivo"/>
                <a:cs typeface="Archivo"/>
                <a:sym typeface="Archivo"/>
              </a:defRPr>
            </a:lvl7pPr>
            <a:lvl8pPr lvl="7" rtl="0">
              <a:buNone/>
              <a:defRPr>
                <a:solidFill>
                  <a:schemeClr val="accent1"/>
                </a:solidFill>
                <a:latin typeface="Archivo"/>
                <a:ea typeface="Archivo"/>
                <a:cs typeface="Archivo"/>
                <a:sym typeface="Archivo"/>
              </a:defRPr>
            </a:lvl8pPr>
            <a:lvl9pPr lvl="8" rtl="0">
              <a:buNone/>
              <a:defRPr>
                <a:solidFill>
                  <a:schemeClr val="accent1"/>
                </a:solidFill>
                <a:latin typeface="Archivo"/>
                <a:ea typeface="Archivo"/>
                <a:cs typeface="Archivo"/>
                <a:sym typeface="Archivo"/>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460" name="Google Shape;460;p49"/>
          <p:cNvSpPr/>
          <p:nvPr/>
        </p:nvSpPr>
        <p:spPr>
          <a:xfrm rot="-1801062">
            <a:off x="2491108" y="969068"/>
            <a:ext cx="1000265" cy="335604"/>
          </a:xfrm>
          <a:prstGeom prst="roundRect">
            <a:avLst>
              <a:gd name="adj"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461" name="Google Shape;461;p49"/>
          <p:cNvSpPr/>
          <p:nvPr/>
        </p:nvSpPr>
        <p:spPr>
          <a:xfrm rot="-1800278">
            <a:off x="5281949" y="744072"/>
            <a:ext cx="722299" cy="335604"/>
          </a:xfrm>
          <a:prstGeom prst="roundRect">
            <a:avLst>
              <a:gd name="adj" fmla="val 50000"/>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462" name="Google Shape;462;p49"/>
          <p:cNvSpPr/>
          <p:nvPr/>
        </p:nvSpPr>
        <p:spPr>
          <a:xfrm rot="-1800530">
            <a:off x="7223623" y="715274"/>
            <a:ext cx="1768928" cy="335604"/>
          </a:xfrm>
          <a:prstGeom prst="roundRect">
            <a:avLst>
              <a:gd name="adj"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463" name="Google Shape;463;p49"/>
          <p:cNvSpPr/>
          <p:nvPr/>
        </p:nvSpPr>
        <p:spPr>
          <a:xfrm rot="-1800530">
            <a:off x="7720323" y="3084224"/>
            <a:ext cx="1768928" cy="335604"/>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464" name="Google Shape;464;p49"/>
          <p:cNvSpPr/>
          <p:nvPr/>
        </p:nvSpPr>
        <p:spPr>
          <a:xfrm rot="-1801062">
            <a:off x="-375417" y="3835418"/>
            <a:ext cx="1000265" cy="335604"/>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465" name="Google Shape;465;p49"/>
          <p:cNvSpPr/>
          <p:nvPr/>
        </p:nvSpPr>
        <p:spPr>
          <a:xfrm rot="-1800388">
            <a:off x="4944507" y="4154170"/>
            <a:ext cx="1083988" cy="335604"/>
          </a:xfrm>
          <a:prstGeom prst="roundRect">
            <a:avLst>
              <a:gd name="adj" fmla="val 50000"/>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466" name="Google Shape;466;p49"/>
          <p:cNvSpPr/>
          <p:nvPr/>
        </p:nvSpPr>
        <p:spPr>
          <a:xfrm rot="-1800278">
            <a:off x="1433349" y="3835422"/>
            <a:ext cx="722299" cy="335604"/>
          </a:xfrm>
          <a:prstGeom prst="roundRect">
            <a:avLst>
              <a:gd name="adj" fmla="val 5000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467" name="Google Shape;467;p49"/>
          <p:cNvSpPr/>
          <p:nvPr/>
        </p:nvSpPr>
        <p:spPr>
          <a:xfrm rot="-1800530">
            <a:off x="-336302" y="977024"/>
            <a:ext cx="1768928" cy="335604"/>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Answer 6">
  <p:cSld name="BIG_NUMBER_1">
    <p:bg>
      <p:bgPr>
        <a:solidFill>
          <a:schemeClr val="lt1"/>
        </a:solidFill>
        <a:effectLst/>
      </p:bgPr>
    </p:bg>
    <p:spTree>
      <p:nvGrpSpPr>
        <p:cNvPr id="1" name="Shape 468"/>
        <p:cNvGrpSpPr/>
        <p:nvPr/>
      </p:nvGrpSpPr>
      <p:grpSpPr>
        <a:xfrm>
          <a:off x="0" y="0"/>
          <a:ext cx="0" cy="0"/>
          <a:chOff x="0" y="0"/>
          <a:chExt cx="0" cy="0"/>
        </a:xfrm>
      </p:grpSpPr>
      <p:grpSp>
        <p:nvGrpSpPr>
          <p:cNvPr id="469" name="Google Shape;469;p50"/>
          <p:cNvGrpSpPr/>
          <p:nvPr/>
        </p:nvGrpSpPr>
        <p:grpSpPr>
          <a:xfrm>
            <a:off x="-216024" y="1761984"/>
            <a:ext cx="9652059" cy="2883165"/>
            <a:chOff x="-216024" y="1761984"/>
            <a:chExt cx="9652059" cy="2883165"/>
          </a:xfrm>
        </p:grpSpPr>
        <p:grpSp>
          <p:nvGrpSpPr>
            <p:cNvPr id="470" name="Google Shape;470;p50"/>
            <p:cNvGrpSpPr/>
            <p:nvPr/>
          </p:nvGrpSpPr>
          <p:grpSpPr>
            <a:xfrm>
              <a:off x="-216024" y="1761984"/>
              <a:ext cx="9652059" cy="483185"/>
              <a:chOff x="-216025" y="2997075"/>
              <a:chExt cx="9618395" cy="481500"/>
            </a:xfrm>
          </p:grpSpPr>
          <p:sp>
            <p:nvSpPr>
              <p:cNvPr id="471" name="Google Shape;471;p50"/>
              <p:cNvSpPr/>
              <p:nvPr/>
            </p:nvSpPr>
            <p:spPr>
              <a:xfrm>
                <a:off x="-216025"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2" name="Google Shape;472;p50"/>
              <p:cNvSpPr/>
              <p:nvPr/>
            </p:nvSpPr>
            <p:spPr>
              <a:xfrm>
                <a:off x="26486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3" name="Google Shape;473;p50"/>
              <p:cNvSpPr/>
              <p:nvPr/>
            </p:nvSpPr>
            <p:spPr>
              <a:xfrm>
                <a:off x="74575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4" name="Google Shape;474;p50"/>
              <p:cNvSpPr/>
              <p:nvPr/>
            </p:nvSpPr>
            <p:spPr>
              <a:xfrm>
                <a:off x="122664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5" name="Google Shape;475;p50"/>
              <p:cNvSpPr/>
              <p:nvPr/>
            </p:nvSpPr>
            <p:spPr>
              <a:xfrm>
                <a:off x="1707532"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6" name="Google Shape;476;p50"/>
              <p:cNvSpPr/>
              <p:nvPr/>
            </p:nvSpPr>
            <p:spPr>
              <a:xfrm>
                <a:off x="2188421"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7" name="Google Shape;477;p50"/>
              <p:cNvSpPr/>
              <p:nvPr/>
            </p:nvSpPr>
            <p:spPr>
              <a:xfrm>
                <a:off x="266931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8" name="Google Shape;478;p50"/>
              <p:cNvSpPr/>
              <p:nvPr/>
            </p:nvSpPr>
            <p:spPr>
              <a:xfrm>
                <a:off x="3150199"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9" name="Google Shape;479;p50"/>
              <p:cNvSpPr/>
              <p:nvPr/>
            </p:nvSpPr>
            <p:spPr>
              <a:xfrm>
                <a:off x="3631088"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0" name="Google Shape;480;p50"/>
              <p:cNvSpPr/>
              <p:nvPr/>
            </p:nvSpPr>
            <p:spPr>
              <a:xfrm>
                <a:off x="4111978"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1" name="Google Shape;481;p50"/>
              <p:cNvSpPr/>
              <p:nvPr/>
            </p:nvSpPr>
            <p:spPr>
              <a:xfrm>
                <a:off x="4592867"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2" name="Google Shape;482;p50"/>
              <p:cNvSpPr/>
              <p:nvPr/>
            </p:nvSpPr>
            <p:spPr>
              <a:xfrm>
                <a:off x="5073756"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3" name="Google Shape;483;p50"/>
              <p:cNvSpPr/>
              <p:nvPr/>
            </p:nvSpPr>
            <p:spPr>
              <a:xfrm>
                <a:off x="5554645"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4" name="Google Shape;484;p50"/>
              <p:cNvSpPr/>
              <p:nvPr/>
            </p:nvSpPr>
            <p:spPr>
              <a:xfrm>
                <a:off x="603553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5" name="Google Shape;485;p50"/>
              <p:cNvSpPr/>
              <p:nvPr/>
            </p:nvSpPr>
            <p:spPr>
              <a:xfrm>
                <a:off x="651642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6" name="Google Shape;486;p50"/>
              <p:cNvSpPr/>
              <p:nvPr/>
            </p:nvSpPr>
            <p:spPr>
              <a:xfrm>
                <a:off x="699731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7" name="Google Shape;487;p50"/>
              <p:cNvSpPr/>
              <p:nvPr/>
            </p:nvSpPr>
            <p:spPr>
              <a:xfrm>
                <a:off x="7478202"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8" name="Google Shape;488;p50"/>
              <p:cNvSpPr/>
              <p:nvPr/>
            </p:nvSpPr>
            <p:spPr>
              <a:xfrm>
                <a:off x="7959091"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9" name="Google Shape;489;p50"/>
              <p:cNvSpPr/>
              <p:nvPr/>
            </p:nvSpPr>
            <p:spPr>
              <a:xfrm>
                <a:off x="843998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0" name="Google Shape;490;p50"/>
              <p:cNvSpPr/>
              <p:nvPr/>
            </p:nvSpPr>
            <p:spPr>
              <a:xfrm>
                <a:off x="892087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91" name="Google Shape;491;p50"/>
            <p:cNvSpPr/>
            <p:nvPr/>
          </p:nvSpPr>
          <p:spPr>
            <a:xfrm>
              <a:off x="-11050" y="2007050"/>
              <a:ext cx="9187800" cy="2405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492" name="Google Shape;492;p50"/>
            <p:cNvGrpSpPr/>
            <p:nvPr/>
          </p:nvGrpSpPr>
          <p:grpSpPr>
            <a:xfrm>
              <a:off x="-216024" y="4161964"/>
              <a:ext cx="9652059" cy="483185"/>
              <a:chOff x="-216025" y="2997075"/>
              <a:chExt cx="9618395" cy="481500"/>
            </a:xfrm>
          </p:grpSpPr>
          <p:sp>
            <p:nvSpPr>
              <p:cNvPr id="493" name="Google Shape;493;p50"/>
              <p:cNvSpPr/>
              <p:nvPr/>
            </p:nvSpPr>
            <p:spPr>
              <a:xfrm>
                <a:off x="-216025"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4" name="Google Shape;494;p50"/>
              <p:cNvSpPr/>
              <p:nvPr/>
            </p:nvSpPr>
            <p:spPr>
              <a:xfrm>
                <a:off x="26486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5" name="Google Shape;495;p50"/>
              <p:cNvSpPr/>
              <p:nvPr/>
            </p:nvSpPr>
            <p:spPr>
              <a:xfrm>
                <a:off x="74575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6" name="Google Shape;496;p50"/>
              <p:cNvSpPr/>
              <p:nvPr/>
            </p:nvSpPr>
            <p:spPr>
              <a:xfrm>
                <a:off x="122664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7" name="Google Shape;497;p50"/>
              <p:cNvSpPr/>
              <p:nvPr/>
            </p:nvSpPr>
            <p:spPr>
              <a:xfrm>
                <a:off x="1707532"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8" name="Google Shape;498;p50"/>
              <p:cNvSpPr/>
              <p:nvPr/>
            </p:nvSpPr>
            <p:spPr>
              <a:xfrm>
                <a:off x="2188421"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9" name="Google Shape;499;p50"/>
              <p:cNvSpPr/>
              <p:nvPr/>
            </p:nvSpPr>
            <p:spPr>
              <a:xfrm>
                <a:off x="266931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0" name="Google Shape;500;p50"/>
              <p:cNvSpPr/>
              <p:nvPr/>
            </p:nvSpPr>
            <p:spPr>
              <a:xfrm>
                <a:off x="3150199"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1" name="Google Shape;501;p50"/>
              <p:cNvSpPr/>
              <p:nvPr/>
            </p:nvSpPr>
            <p:spPr>
              <a:xfrm>
                <a:off x="3631088"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2" name="Google Shape;502;p50"/>
              <p:cNvSpPr/>
              <p:nvPr/>
            </p:nvSpPr>
            <p:spPr>
              <a:xfrm>
                <a:off x="4111978"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3" name="Google Shape;503;p50"/>
              <p:cNvSpPr/>
              <p:nvPr/>
            </p:nvSpPr>
            <p:spPr>
              <a:xfrm>
                <a:off x="4592867"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4" name="Google Shape;504;p50"/>
              <p:cNvSpPr/>
              <p:nvPr/>
            </p:nvSpPr>
            <p:spPr>
              <a:xfrm>
                <a:off x="5073756"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5" name="Google Shape;505;p50"/>
              <p:cNvSpPr/>
              <p:nvPr/>
            </p:nvSpPr>
            <p:spPr>
              <a:xfrm>
                <a:off x="5554645"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6" name="Google Shape;506;p50"/>
              <p:cNvSpPr/>
              <p:nvPr/>
            </p:nvSpPr>
            <p:spPr>
              <a:xfrm>
                <a:off x="603553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7" name="Google Shape;507;p50"/>
              <p:cNvSpPr/>
              <p:nvPr/>
            </p:nvSpPr>
            <p:spPr>
              <a:xfrm>
                <a:off x="651642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8" name="Google Shape;508;p50"/>
              <p:cNvSpPr/>
              <p:nvPr/>
            </p:nvSpPr>
            <p:spPr>
              <a:xfrm>
                <a:off x="699731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9" name="Google Shape;509;p50"/>
              <p:cNvSpPr/>
              <p:nvPr/>
            </p:nvSpPr>
            <p:spPr>
              <a:xfrm>
                <a:off x="7478202"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0" name="Google Shape;510;p50"/>
              <p:cNvSpPr/>
              <p:nvPr/>
            </p:nvSpPr>
            <p:spPr>
              <a:xfrm>
                <a:off x="7959091"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1" name="Google Shape;511;p50"/>
              <p:cNvSpPr/>
              <p:nvPr/>
            </p:nvSpPr>
            <p:spPr>
              <a:xfrm>
                <a:off x="843998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2" name="Google Shape;512;p50"/>
              <p:cNvSpPr/>
              <p:nvPr/>
            </p:nvSpPr>
            <p:spPr>
              <a:xfrm>
                <a:off x="892087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sp>
        <p:nvSpPr>
          <p:cNvPr id="513" name="Google Shape;513;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solidFill>
                  <a:schemeClr val="dk1"/>
                </a:solidFill>
                <a:latin typeface="Archivo"/>
                <a:ea typeface="Archivo"/>
                <a:cs typeface="Archivo"/>
                <a:sym typeface="Archivo"/>
              </a:defRPr>
            </a:lvl1pPr>
            <a:lvl2pPr lvl="1" rtl="0">
              <a:buNone/>
              <a:defRPr>
                <a:solidFill>
                  <a:schemeClr val="dk1"/>
                </a:solidFill>
                <a:latin typeface="Archivo"/>
                <a:ea typeface="Archivo"/>
                <a:cs typeface="Archivo"/>
                <a:sym typeface="Archivo"/>
              </a:defRPr>
            </a:lvl2pPr>
            <a:lvl3pPr lvl="2" rtl="0">
              <a:buNone/>
              <a:defRPr>
                <a:solidFill>
                  <a:schemeClr val="dk1"/>
                </a:solidFill>
                <a:latin typeface="Archivo"/>
                <a:ea typeface="Archivo"/>
                <a:cs typeface="Archivo"/>
                <a:sym typeface="Archivo"/>
              </a:defRPr>
            </a:lvl3pPr>
            <a:lvl4pPr lvl="3" rtl="0">
              <a:buNone/>
              <a:defRPr>
                <a:solidFill>
                  <a:schemeClr val="dk1"/>
                </a:solidFill>
                <a:latin typeface="Archivo"/>
                <a:ea typeface="Archivo"/>
                <a:cs typeface="Archivo"/>
                <a:sym typeface="Archivo"/>
              </a:defRPr>
            </a:lvl4pPr>
            <a:lvl5pPr lvl="4" rtl="0">
              <a:buNone/>
              <a:defRPr>
                <a:solidFill>
                  <a:schemeClr val="dk1"/>
                </a:solidFill>
                <a:latin typeface="Archivo"/>
                <a:ea typeface="Archivo"/>
                <a:cs typeface="Archivo"/>
                <a:sym typeface="Archivo"/>
              </a:defRPr>
            </a:lvl5pPr>
            <a:lvl6pPr lvl="5" rtl="0">
              <a:buNone/>
              <a:defRPr>
                <a:solidFill>
                  <a:schemeClr val="dk1"/>
                </a:solidFill>
                <a:latin typeface="Archivo"/>
                <a:ea typeface="Archivo"/>
                <a:cs typeface="Archivo"/>
                <a:sym typeface="Archivo"/>
              </a:defRPr>
            </a:lvl6pPr>
            <a:lvl7pPr lvl="6" rtl="0">
              <a:buNone/>
              <a:defRPr>
                <a:solidFill>
                  <a:schemeClr val="dk1"/>
                </a:solidFill>
                <a:latin typeface="Archivo"/>
                <a:ea typeface="Archivo"/>
                <a:cs typeface="Archivo"/>
                <a:sym typeface="Archivo"/>
              </a:defRPr>
            </a:lvl7pPr>
            <a:lvl8pPr lvl="7" rtl="0">
              <a:buNone/>
              <a:defRPr>
                <a:solidFill>
                  <a:schemeClr val="dk1"/>
                </a:solidFill>
                <a:latin typeface="Archivo"/>
                <a:ea typeface="Archivo"/>
                <a:cs typeface="Archivo"/>
                <a:sym typeface="Archivo"/>
              </a:defRPr>
            </a:lvl8pPr>
            <a:lvl9pPr lvl="8" rtl="0">
              <a:buNone/>
              <a:defRPr>
                <a:solidFill>
                  <a:schemeClr val="dk1"/>
                </a:solidFill>
                <a:latin typeface="Archivo"/>
                <a:ea typeface="Archivo"/>
                <a:cs typeface="Archivo"/>
                <a:sym typeface="Archivo"/>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grpSp>
        <p:nvGrpSpPr>
          <p:cNvPr id="514" name="Google Shape;514;p50"/>
          <p:cNvGrpSpPr/>
          <p:nvPr/>
        </p:nvGrpSpPr>
        <p:grpSpPr>
          <a:xfrm>
            <a:off x="-216024" y="2295384"/>
            <a:ext cx="9652059" cy="1617090"/>
            <a:chOff x="-216025" y="2571750"/>
            <a:chExt cx="9618395" cy="1611450"/>
          </a:xfrm>
        </p:grpSpPr>
        <p:grpSp>
          <p:nvGrpSpPr>
            <p:cNvPr id="515" name="Google Shape;515;p50"/>
            <p:cNvGrpSpPr/>
            <p:nvPr/>
          </p:nvGrpSpPr>
          <p:grpSpPr>
            <a:xfrm>
              <a:off x="-216025" y="2571750"/>
              <a:ext cx="9618395" cy="481500"/>
              <a:chOff x="-216025" y="2997075"/>
              <a:chExt cx="9618395" cy="481500"/>
            </a:xfrm>
          </p:grpSpPr>
          <p:sp>
            <p:nvSpPr>
              <p:cNvPr id="516" name="Google Shape;516;p50"/>
              <p:cNvSpPr/>
              <p:nvPr/>
            </p:nvSpPr>
            <p:spPr>
              <a:xfrm>
                <a:off x="-216025"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7" name="Google Shape;517;p50"/>
              <p:cNvSpPr/>
              <p:nvPr/>
            </p:nvSpPr>
            <p:spPr>
              <a:xfrm>
                <a:off x="26486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8" name="Google Shape;518;p50"/>
              <p:cNvSpPr/>
              <p:nvPr/>
            </p:nvSpPr>
            <p:spPr>
              <a:xfrm>
                <a:off x="74575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9" name="Google Shape;519;p50"/>
              <p:cNvSpPr/>
              <p:nvPr/>
            </p:nvSpPr>
            <p:spPr>
              <a:xfrm>
                <a:off x="122664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0" name="Google Shape;520;p50"/>
              <p:cNvSpPr/>
              <p:nvPr/>
            </p:nvSpPr>
            <p:spPr>
              <a:xfrm>
                <a:off x="1707532"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1" name="Google Shape;521;p50"/>
              <p:cNvSpPr/>
              <p:nvPr/>
            </p:nvSpPr>
            <p:spPr>
              <a:xfrm>
                <a:off x="2188421"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2" name="Google Shape;522;p50"/>
              <p:cNvSpPr/>
              <p:nvPr/>
            </p:nvSpPr>
            <p:spPr>
              <a:xfrm>
                <a:off x="266931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3" name="Google Shape;523;p50"/>
              <p:cNvSpPr/>
              <p:nvPr/>
            </p:nvSpPr>
            <p:spPr>
              <a:xfrm>
                <a:off x="3150199"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4" name="Google Shape;524;p50"/>
              <p:cNvSpPr/>
              <p:nvPr/>
            </p:nvSpPr>
            <p:spPr>
              <a:xfrm>
                <a:off x="3631088"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5" name="Google Shape;525;p50"/>
              <p:cNvSpPr/>
              <p:nvPr/>
            </p:nvSpPr>
            <p:spPr>
              <a:xfrm>
                <a:off x="4111978"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6" name="Google Shape;526;p50"/>
              <p:cNvSpPr/>
              <p:nvPr/>
            </p:nvSpPr>
            <p:spPr>
              <a:xfrm>
                <a:off x="4592867"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7" name="Google Shape;527;p50"/>
              <p:cNvSpPr/>
              <p:nvPr/>
            </p:nvSpPr>
            <p:spPr>
              <a:xfrm>
                <a:off x="5073756"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8" name="Google Shape;528;p50"/>
              <p:cNvSpPr/>
              <p:nvPr/>
            </p:nvSpPr>
            <p:spPr>
              <a:xfrm>
                <a:off x="5554645"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9" name="Google Shape;529;p50"/>
              <p:cNvSpPr/>
              <p:nvPr/>
            </p:nvSpPr>
            <p:spPr>
              <a:xfrm>
                <a:off x="603553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0" name="Google Shape;530;p50"/>
              <p:cNvSpPr/>
              <p:nvPr/>
            </p:nvSpPr>
            <p:spPr>
              <a:xfrm>
                <a:off x="651642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1" name="Google Shape;531;p50"/>
              <p:cNvSpPr/>
              <p:nvPr/>
            </p:nvSpPr>
            <p:spPr>
              <a:xfrm>
                <a:off x="699731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2" name="Google Shape;532;p50"/>
              <p:cNvSpPr/>
              <p:nvPr/>
            </p:nvSpPr>
            <p:spPr>
              <a:xfrm>
                <a:off x="7478202"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3" name="Google Shape;533;p50"/>
              <p:cNvSpPr/>
              <p:nvPr/>
            </p:nvSpPr>
            <p:spPr>
              <a:xfrm>
                <a:off x="7959091"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4" name="Google Shape;534;p50"/>
              <p:cNvSpPr/>
              <p:nvPr/>
            </p:nvSpPr>
            <p:spPr>
              <a:xfrm>
                <a:off x="843998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5" name="Google Shape;535;p50"/>
              <p:cNvSpPr/>
              <p:nvPr/>
            </p:nvSpPr>
            <p:spPr>
              <a:xfrm>
                <a:off x="892087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36" name="Google Shape;536;p50"/>
            <p:cNvSpPr/>
            <p:nvPr/>
          </p:nvSpPr>
          <p:spPr>
            <a:xfrm>
              <a:off x="-11775" y="2813025"/>
              <a:ext cx="9155700" cy="1141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537" name="Google Shape;537;p50"/>
            <p:cNvGrpSpPr/>
            <p:nvPr/>
          </p:nvGrpSpPr>
          <p:grpSpPr>
            <a:xfrm>
              <a:off x="-216025" y="3701700"/>
              <a:ext cx="9618395" cy="481500"/>
              <a:chOff x="-216025" y="2997075"/>
              <a:chExt cx="9618395" cy="481500"/>
            </a:xfrm>
          </p:grpSpPr>
          <p:sp>
            <p:nvSpPr>
              <p:cNvPr id="538" name="Google Shape;538;p50"/>
              <p:cNvSpPr/>
              <p:nvPr/>
            </p:nvSpPr>
            <p:spPr>
              <a:xfrm>
                <a:off x="-216025"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9" name="Google Shape;539;p50"/>
              <p:cNvSpPr/>
              <p:nvPr/>
            </p:nvSpPr>
            <p:spPr>
              <a:xfrm>
                <a:off x="26486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0" name="Google Shape;540;p50"/>
              <p:cNvSpPr/>
              <p:nvPr/>
            </p:nvSpPr>
            <p:spPr>
              <a:xfrm>
                <a:off x="74575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1" name="Google Shape;541;p50"/>
              <p:cNvSpPr/>
              <p:nvPr/>
            </p:nvSpPr>
            <p:spPr>
              <a:xfrm>
                <a:off x="122664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2" name="Google Shape;542;p50"/>
              <p:cNvSpPr/>
              <p:nvPr/>
            </p:nvSpPr>
            <p:spPr>
              <a:xfrm>
                <a:off x="1707532"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3" name="Google Shape;543;p50"/>
              <p:cNvSpPr/>
              <p:nvPr/>
            </p:nvSpPr>
            <p:spPr>
              <a:xfrm>
                <a:off x="2188421"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4" name="Google Shape;544;p50"/>
              <p:cNvSpPr/>
              <p:nvPr/>
            </p:nvSpPr>
            <p:spPr>
              <a:xfrm>
                <a:off x="266931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5" name="Google Shape;545;p50"/>
              <p:cNvSpPr/>
              <p:nvPr/>
            </p:nvSpPr>
            <p:spPr>
              <a:xfrm>
                <a:off x="3150199"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6" name="Google Shape;546;p50"/>
              <p:cNvSpPr/>
              <p:nvPr/>
            </p:nvSpPr>
            <p:spPr>
              <a:xfrm>
                <a:off x="3631088"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7" name="Google Shape;547;p50"/>
              <p:cNvSpPr/>
              <p:nvPr/>
            </p:nvSpPr>
            <p:spPr>
              <a:xfrm>
                <a:off x="4111978"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8" name="Google Shape;548;p50"/>
              <p:cNvSpPr/>
              <p:nvPr/>
            </p:nvSpPr>
            <p:spPr>
              <a:xfrm>
                <a:off x="4592867"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9" name="Google Shape;549;p50"/>
              <p:cNvSpPr/>
              <p:nvPr/>
            </p:nvSpPr>
            <p:spPr>
              <a:xfrm>
                <a:off x="5073756"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0" name="Google Shape;550;p50"/>
              <p:cNvSpPr/>
              <p:nvPr/>
            </p:nvSpPr>
            <p:spPr>
              <a:xfrm>
                <a:off x="5554645"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1" name="Google Shape;551;p50"/>
              <p:cNvSpPr/>
              <p:nvPr/>
            </p:nvSpPr>
            <p:spPr>
              <a:xfrm>
                <a:off x="603553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2" name="Google Shape;552;p50"/>
              <p:cNvSpPr/>
              <p:nvPr/>
            </p:nvSpPr>
            <p:spPr>
              <a:xfrm>
                <a:off x="651642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3" name="Google Shape;553;p50"/>
              <p:cNvSpPr/>
              <p:nvPr/>
            </p:nvSpPr>
            <p:spPr>
              <a:xfrm>
                <a:off x="699731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4" name="Google Shape;554;p50"/>
              <p:cNvSpPr/>
              <p:nvPr/>
            </p:nvSpPr>
            <p:spPr>
              <a:xfrm>
                <a:off x="7478202"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5" name="Google Shape;555;p50"/>
              <p:cNvSpPr/>
              <p:nvPr/>
            </p:nvSpPr>
            <p:spPr>
              <a:xfrm>
                <a:off x="7959091"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6" name="Google Shape;556;p50"/>
              <p:cNvSpPr/>
              <p:nvPr/>
            </p:nvSpPr>
            <p:spPr>
              <a:xfrm>
                <a:off x="843998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7" name="Google Shape;557;p50"/>
              <p:cNvSpPr/>
              <p:nvPr/>
            </p:nvSpPr>
            <p:spPr>
              <a:xfrm>
                <a:off x="892087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sp>
        <p:nvSpPr>
          <p:cNvPr id="558" name="Google Shape;558;p50"/>
          <p:cNvSpPr txBox="1">
            <a:spLocks noGrp="1"/>
          </p:cNvSpPr>
          <p:nvPr>
            <p:ph type="title"/>
          </p:nvPr>
        </p:nvSpPr>
        <p:spPr>
          <a:xfrm>
            <a:off x="1146325" y="2798675"/>
            <a:ext cx="6893700" cy="616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1pPr>
            <a:lvl2pPr lvl="1"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2pPr>
            <a:lvl3pPr lvl="2"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3pPr>
            <a:lvl4pPr lvl="3"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4pPr>
            <a:lvl5pPr lvl="4"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5pPr>
            <a:lvl6pPr lvl="5"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6pPr>
            <a:lvl7pPr lvl="6"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7pPr>
            <a:lvl8pPr lvl="7"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8pPr>
            <a:lvl9pPr lvl="8"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Winner" type="blank">
  <p:cSld name="BLANK">
    <p:bg>
      <p:bgPr>
        <a:solidFill>
          <a:schemeClr val="dk1"/>
        </a:solidFill>
        <a:effectLst/>
      </p:bgPr>
    </p:bg>
    <p:spTree>
      <p:nvGrpSpPr>
        <p:cNvPr id="1" name="Shape 559"/>
        <p:cNvGrpSpPr/>
        <p:nvPr/>
      </p:nvGrpSpPr>
      <p:grpSpPr>
        <a:xfrm>
          <a:off x="0" y="0"/>
          <a:ext cx="0" cy="0"/>
          <a:chOff x="0" y="0"/>
          <a:chExt cx="0" cy="0"/>
        </a:xfrm>
      </p:grpSpPr>
      <p:sp>
        <p:nvSpPr>
          <p:cNvPr id="560" name="Google Shape;560;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solidFill>
                  <a:schemeClr val="lt1"/>
                </a:solidFill>
                <a:latin typeface="Archivo"/>
                <a:ea typeface="Archivo"/>
                <a:cs typeface="Archivo"/>
                <a:sym typeface="Archivo"/>
              </a:defRPr>
            </a:lvl1pPr>
            <a:lvl2pPr lvl="1">
              <a:buNone/>
              <a:defRPr>
                <a:solidFill>
                  <a:schemeClr val="lt1"/>
                </a:solidFill>
                <a:latin typeface="Archivo"/>
                <a:ea typeface="Archivo"/>
                <a:cs typeface="Archivo"/>
                <a:sym typeface="Archivo"/>
              </a:defRPr>
            </a:lvl2pPr>
            <a:lvl3pPr lvl="2">
              <a:buNone/>
              <a:defRPr>
                <a:solidFill>
                  <a:schemeClr val="lt1"/>
                </a:solidFill>
                <a:latin typeface="Archivo"/>
                <a:ea typeface="Archivo"/>
                <a:cs typeface="Archivo"/>
                <a:sym typeface="Archivo"/>
              </a:defRPr>
            </a:lvl3pPr>
            <a:lvl4pPr lvl="3">
              <a:buNone/>
              <a:defRPr>
                <a:solidFill>
                  <a:schemeClr val="lt1"/>
                </a:solidFill>
                <a:latin typeface="Archivo"/>
                <a:ea typeface="Archivo"/>
                <a:cs typeface="Archivo"/>
                <a:sym typeface="Archivo"/>
              </a:defRPr>
            </a:lvl4pPr>
            <a:lvl5pPr lvl="4">
              <a:buNone/>
              <a:defRPr>
                <a:solidFill>
                  <a:schemeClr val="lt1"/>
                </a:solidFill>
                <a:latin typeface="Archivo"/>
                <a:ea typeface="Archivo"/>
                <a:cs typeface="Archivo"/>
                <a:sym typeface="Archivo"/>
              </a:defRPr>
            </a:lvl5pPr>
            <a:lvl6pPr lvl="5">
              <a:buNone/>
              <a:defRPr>
                <a:solidFill>
                  <a:schemeClr val="lt1"/>
                </a:solidFill>
                <a:latin typeface="Archivo"/>
                <a:ea typeface="Archivo"/>
                <a:cs typeface="Archivo"/>
                <a:sym typeface="Archivo"/>
              </a:defRPr>
            </a:lvl6pPr>
            <a:lvl7pPr lvl="6">
              <a:buNone/>
              <a:defRPr>
                <a:solidFill>
                  <a:schemeClr val="lt1"/>
                </a:solidFill>
                <a:latin typeface="Archivo"/>
                <a:ea typeface="Archivo"/>
                <a:cs typeface="Archivo"/>
                <a:sym typeface="Archivo"/>
              </a:defRPr>
            </a:lvl7pPr>
            <a:lvl8pPr lvl="7">
              <a:buNone/>
              <a:defRPr>
                <a:solidFill>
                  <a:schemeClr val="lt1"/>
                </a:solidFill>
                <a:latin typeface="Archivo"/>
                <a:ea typeface="Archivo"/>
                <a:cs typeface="Archivo"/>
                <a:sym typeface="Archivo"/>
              </a:defRPr>
            </a:lvl8pPr>
            <a:lvl9pPr lvl="8">
              <a:buNone/>
              <a:defRPr>
                <a:solidFill>
                  <a:schemeClr val="lt1"/>
                </a:solidFill>
                <a:latin typeface="Archivo"/>
                <a:ea typeface="Archivo"/>
                <a:cs typeface="Archivo"/>
                <a:sym typeface="Archivo"/>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561" name="Google Shape;561;p51"/>
          <p:cNvSpPr/>
          <p:nvPr/>
        </p:nvSpPr>
        <p:spPr>
          <a:xfrm rot="-1800530">
            <a:off x="-366677" y="2116999"/>
            <a:ext cx="1768928" cy="335604"/>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562" name="Google Shape;562;p51"/>
          <p:cNvSpPr/>
          <p:nvPr/>
        </p:nvSpPr>
        <p:spPr>
          <a:xfrm rot="-1801062">
            <a:off x="2721608" y="430443"/>
            <a:ext cx="1000265" cy="335604"/>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563" name="Google Shape;563;p51"/>
          <p:cNvSpPr/>
          <p:nvPr/>
        </p:nvSpPr>
        <p:spPr>
          <a:xfrm rot="-1800530">
            <a:off x="-507902" y="4201499"/>
            <a:ext cx="1768928" cy="335604"/>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564" name="Google Shape;564;p51"/>
          <p:cNvSpPr/>
          <p:nvPr/>
        </p:nvSpPr>
        <p:spPr>
          <a:xfrm rot="-1801062">
            <a:off x="6703758" y="1279318"/>
            <a:ext cx="1000265" cy="335604"/>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565" name="Google Shape;565;p51"/>
          <p:cNvSpPr/>
          <p:nvPr/>
        </p:nvSpPr>
        <p:spPr>
          <a:xfrm rot="-1800530">
            <a:off x="7833473" y="2852174"/>
            <a:ext cx="1768928" cy="335604"/>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566" name="Google Shape;566;p51"/>
          <p:cNvSpPr/>
          <p:nvPr/>
        </p:nvSpPr>
        <p:spPr>
          <a:xfrm rot="-1801062">
            <a:off x="731283" y="2852168"/>
            <a:ext cx="1000265" cy="335604"/>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567" name="Google Shape;567;p51"/>
          <p:cNvSpPr/>
          <p:nvPr/>
        </p:nvSpPr>
        <p:spPr>
          <a:xfrm rot="-1801062">
            <a:off x="6609583" y="-3282"/>
            <a:ext cx="1000265" cy="335604"/>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568" name="Google Shape;568;p51"/>
          <p:cNvSpPr/>
          <p:nvPr/>
        </p:nvSpPr>
        <p:spPr>
          <a:xfrm rot="-1800278">
            <a:off x="5094424" y="750122"/>
            <a:ext cx="722299" cy="335604"/>
          </a:xfrm>
          <a:prstGeom prst="roundRect">
            <a:avLst>
              <a:gd name="adj" fmla="val 5000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569" name="Google Shape;569;p51"/>
          <p:cNvSpPr/>
          <p:nvPr/>
        </p:nvSpPr>
        <p:spPr>
          <a:xfrm rot="-1800388">
            <a:off x="7431857" y="4201495"/>
            <a:ext cx="1083988" cy="335604"/>
          </a:xfrm>
          <a:prstGeom prst="roundRect">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570" name="Google Shape;570;p51"/>
          <p:cNvSpPr>
            <a:spLocks noGrp="1"/>
          </p:cNvSpPr>
          <p:nvPr>
            <p:ph type="pic" idx="2"/>
          </p:nvPr>
        </p:nvSpPr>
        <p:spPr>
          <a:xfrm>
            <a:off x="2017750" y="3570765"/>
            <a:ext cx="1488900" cy="1045500"/>
          </a:xfrm>
          <a:prstGeom prst="roundRect">
            <a:avLst>
              <a:gd name="adj" fmla="val 50000"/>
            </a:avLst>
          </a:prstGeom>
          <a:noFill/>
          <a:ln>
            <a:noFill/>
          </a:ln>
        </p:spPr>
      </p:sp>
      <p:sp>
        <p:nvSpPr>
          <p:cNvPr id="571" name="Google Shape;571;p51"/>
          <p:cNvSpPr>
            <a:spLocks noGrp="1"/>
          </p:cNvSpPr>
          <p:nvPr>
            <p:ph type="pic" idx="3"/>
          </p:nvPr>
        </p:nvSpPr>
        <p:spPr>
          <a:xfrm>
            <a:off x="3840838" y="3570765"/>
            <a:ext cx="1488900" cy="1045500"/>
          </a:xfrm>
          <a:prstGeom prst="roundRect">
            <a:avLst>
              <a:gd name="adj" fmla="val 50000"/>
            </a:avLst>
          </a:prstGeom>
          <a:noFill/>
          <a:ln>
            <a:noFill/>
          </a:ln>
        </p:spPr>
      </p:sp>
      <p:sp>
        <p:nvSpPr>
          <p:cNvPr id="572" name="Google Shape;572;p51"/>
          <p:cNvSpPr>
            <a:spLocks noGrp="1"/>
          </p:cNvSpPr>
          <p:nvPr>
            <p:ph type="pic" idx="4"/>
          </p:nvPr>
        </p:nvSpPr>
        <p:spPr>
          <a:xfrm>
            <a:off x="5637338" y="3570765"/>
            <a:ext cx="1488900" cy="1045500"/>
          </a:xfrm>
          <a:prstGeom prst="roundRect">
            <a:avLst>
              <a:gd name="adj" fmla="val 50000"/>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End Card">
  <p:cSld name="CUSTOM">
    <p:bg>
      <p:bgPr>
        <a:solidFill>
          <a:schemeClr val="lt2"/>
        </a:solidFill>
        <a:effectLst/>
      </p:bgPr>
    </p:bg>
    <p:spTree>
      <p:nvGrpSpPr>
        <p:cNvPr id="1" name="Shape 573"/>
        <p:cNvGrpSpPr/>
        <p:nvPr/>
      </p:nvGrpSpPr>
      <p:grpSpPr>
        <a:xfrm>
          <a:off x="0" y="0"/>
          <a:ext cx="0" cy="0"/>
          <a:chOff x="0" y="0"/>
          <a:chExt cx="0" cy="0"/>
        </a:xfrm>
      </p:grpSpPr>
      <p:sp>
        <p:nvSpPr>
          <p:cNvPr id="574" name="Google Shape;574;p52"/>
          <p:cNvSpPr/>
          <p:nvPr/>
        </p:nvSpPr>
        <p:spPr>
          <a:xfrm rot="-1800530">
            <a:off x="6612948" y="296074"/>
            <a:ext cx="1768928" cy="335604"/>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575" name="Google Shape;575;p52"/>
          <p:cNvSpPr/>
          <p:nvPr/>
        </p:nvSpPr>
        <p:spPr>
          <a:xfrm rot="-1801062">
            <a:off x="1243058" y="488218"/>
            <a:ext cx="1000265" cy="335604"/>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576" name="Google Shape;576;p52"/>
          <p:cNvSpPr/>
          <p:nvPr/>
        </p:nvSpPr>
        <p:spPr>
          <a:xfrm rot="-1800530">
            <a:off x="-295752" y="3754249"/>
            <a:ext cx="1768928" cy="335604"/>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577" name="Google Shape;577;p52"/>
          <p:cNvSpPr/>
          <p:nvPr/>
        </p:nvSpPr>
        <p:spPr>
          <a:xfrm rot="-1801062">
            <a:off x="8003033" y="1401318"/>
            <a:ext cx="1000265" cy="335604"/>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578" name="Google Shape;578;p52"/>
          <p:cNvSpPr/>
          <p:nvPr/>
        </p:nvSpPr>
        <p:spPr>
          <a:xfrm rot="-1800530">
            <a:off x="7798198" y="3871949"/>
            <a:ext cx="1768928" cy="335604"/>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579" name="Google Shape;579;p52"/>
          <p:cNvSpPr/>
          <p:nvPr/>
        </p:nvSpPr>
        <p:spPr>
          <a:xfrm rot="-1801062">
            <a:off x="268033" y="1738368"/>
            <a:ext cx="1000265" cy="335604"/>
          </a:xfrm>
          <a:prstGeom prst="roundRect">
            <a:avLst>
              <a:gd name="adj" fmla="val 5000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580" name="Google Shape;580;p52"/>
          <p:cNvSpPr/>
          <p:nvPr/>
        </p:nvSpPr>
        <p:spPr>
          <a:xfrm rot="-1800278">
            <a:off x="1820824" y="2403947"/>
            <a:ext cx="722299" cy="335604"/>
          </a:xfrm>
          <a:prstGeom prst="roundRect">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
        <p:nvSpPr>
          <p:cNvPr id="581" name="Google Shape;581;p52"/>
          <p:cNvSpPr/>
          <p:nvPr/>
        </p:nvSpPr>
        <p:spPr>
          <a:xfrm rot="-1800388">
            <a:off x="6207782" y="2330070"/>
            <a:ext cx="1083988" cy="335604"/>
          </a:xfrm>
          <a:prstGeom prst="roundRect">
            <a:avLst>
              <a:gd name="adj" fmla="val 500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0">
              <a:solidFill>
                <a:srgbClr val="B19712"/>
              </a:solidFil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lank">
  <p:cSld name="CUSTOM_1">
    <p:spTree>
      <p:nvGrpSpPr>
        <p:cNvPr id="1" name="Shape 58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41"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2"/>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57100" y="149200"/>
            <a:ext cx="8629800" cy="895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5600"/>
              <a:buFont typeface="Archivo ExtraBold"/>
              <a:buNone/>
              <a:defRPr sz="5600">
                <a:solidFill>
                  <a:schemeClr val="dk1"/>
                </a:solidFill>
                <a:latin typeface="Archivo ExtraBold"/>
                <a:ea typeface="Archivo ExtraBold"/>
                <a:cs typeface="Archivo ExtraBold"/>
                <a:sym typeface="Archivo ExtraBold"/>
              </a:defRPr>
            </a:lvl1pPr>
            <a:lvl2pPr lvl="1">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2pPr>
            <a:lvl3pPr lvl="2">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3pPr>
            <a:lvl4pPr lvl="3">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4pPr>
            <a:lvl5pPr lvl="4">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5pPr>
            <a:lvl6pPr lvl="5">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6pPr>
            <a:lvl7pPr lvl="6">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7pPr>
            <a:lvl8pPr lvl="7">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8pPr>
            <a:lvl9pPr lvl="8">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9pPr>
          </a:lstStyle>
          <a:p>
            <a:endParaRPr/>
          </a:p>
        </p:txBody>
      </p:sp>
      <p:sp>
        <p:nvSpPr>
          <p:cNvPr id="52" name="Google Shape;52;p13"/>
          <p:cNvSpPr txBox="1">
            <a:spLocks noGrp="1"/>
          </p:cNvSpPr>
          <p:nvPr>
            <p:ph type="body" idx="1"/>
          </p:nvPr>
        </p:nvSpPr>
        <p:spPr>
          <a:xfrm>
            <a:off x="367225" y="3878850"/>
            <a:ext cx="8469300" cy="906600"/>
          </a:xfrm>
          <a:prstGeom prst="rect">
            <a:avLst/>
          </a:prstGeom>
          <a:noFill/>
          <a:ln>
            <a:noFill/>
          </a:ln>
        </p:spPr>
        <p:txBody>
          <a:bodyPr spcFirstLastPara="1" wrap="square" lIns="91425" tIns="91425" rIns="91425" bIns="91425" anchor="t" anchorCtr="0">
            <a:noAutofit/>
          </a:bodyPr>
          <a:lstStyle>
            <a:lvl1pPr marL="457200" lvl="0" indent="-330200">
              <a:spcBef>
                <a:spcPts val="0"/>
              </a:spcBef>
              <a:spcAft>
                <a:spcPts val="0"/>
              </a:spcAft>
              <a:buClr>
                <a:schemeClr val="dk1"/>
              </a:buClr>
              <a:buSzPts val="1600"/>
              <a:buFont typeface="Archivo"/>
              <a:buChar char="●"/>
              <a:defRPr sz="1600">
                <a:solidFill>
                  <a:schemeClr val="dk1"/>
                </a:solidFill>
                <a:latin typeface="Archivo"/>
                <a:ea typeface="Archivo"/>
                <a:cs typeface="Archivo"/>
                <a:sym typeface="Archivo"/>
              </a:defRPr>
            </a:lvl1pPr>
            <a:lvl2pPr marL="914400" lvl="1" indent="-330200">
              <a:spcBef>
                <a:spcPts val="0"/>
              </a:spcBef>
              <a:spcAft>
                <a:spcPts val="0"/>
              </a:spcAft>
              <a:buClr>
                <a:schemeClr val="dk1"/>
              </a:buClr>
              <a:buSzPts val="1600"/>
              <a:buFont typeface="Archivo"/>
              <a:buChar char="○"/>
              <a:defRPr sz="1600">
                <a:solidFill>
                  <a:schemeClr val="dk1"/>
                </a:solidFill>
                <a:latin typeface="Archivo"/>
                <a:ea typeface="Archivo"/>
                <a:cs typeface="Archivo"/>
                <a:sym typeface="Archivo"/>
              </a:defRPr>
            </a:lvl2pPr>
            <a:lvl3pPr marL="1371600" lvl="2" indent="-330200">
              <a:spcBef>
                <a:spcPts val="0"/>
              </a:spcBef>
              <a:spcAft>
                <a:spcPts val="0"/>
              </a:spcAft>
              <a:buClr>
                <a:schemeClr val="dk1"/>
              </a:buClr>
              <a:buSzPts val="1600"/>
              <a:buFont typeface="Archivo"/>
              <a:buChar char="■"/>
              <a:defRPr sz="1600">
                <a:solidFill>
                  <a:schemeClr val="dk1"/>
                </a:solidFill>
                <a:latin typeface="Archivo"/>
                <a:ea typeface="Archivo"/>
                <a:cs typeface="Archivo"/>
                <a:sym typeface="Archivo"/>
              </a:defRPr>
            </a:lvl3pPr>
            <a:lvl4pPr marL="1828800" lvl="3" indent="-330200">
              <a:spcBef>
                <a:spcPts val="0"/>
              </a:spcBef>
              <a:spcAft>
                <a:spcPts val="0"/>
              </a:spcAft>
              <a:buClr>
                <a:schemeClr val="dk1"/>
              </a:buClr>
              <a:buSzPts val="1600"/>
              <a:buFont typeface="Archivo"/>
              <a:buChar char="●"/>
              <a:defRPr sz="1600">
                <a:solidFill>
                  <a:schemeClr val="dk1"/>
                </a:solidFill>
                <a:latin typeface="Archivo"/>
                <a:ea typeface="Archivo"/>
                <a:cs typeface="Archivo"/>
                <a:sym typeface="Archivo"/>
              </a:defRPr>
            </a:lvl4pPr>
            <a:lvl5pPr marL="2286000" lvl="4" indent="-330200">
              <a:spcBef>
                <a:spcPts val="0"/>
              </a:spcBef>
              <a:spcAft>
                <a:spcPts val="0"/>
              </a:spcAft>
              <a:buClr>
                <a:schemeClr val="dk1"/>
              </a:buClr>
              <a:buSzPts val="1600"/>
              <a:buFont typeface="Archivo"/>
              <a:buChar char="○"/>
              <a:defRPr sz="1600">
                <a:solidFill>
                  <a:schemeClr val="dk1"/>
                </a:solidFill>
                <a:latin typeface="Archivo"/>
                <a:ea typeface="Archivo"/>
                <a:cs typeface="Archivo"/>
                <a:sym typeface="Archivo"/>
              </a:defRPr>
            </a:lvl5pPr>
            <a:lvl6pPr marL="2743200" lvl="5" indent="-330200">
              <a:spcBef>
                <a:spcPts val="0"/>
              </a:spcBef>
              <a:spcAft>
                <a:spcPts val="0"/>
              </a:spcAft>
              <a:buClr>
                <a:schemeClr val="dk1"/>
              </a:buClr>
              <a:buSzPts val="1600"/>
              <a:buFont typeface="Archivo"/>
              <a:buChar char="■"/>
              <a:defRPr sz="1600">
                <a:solidFill>
                  <a:schemeClr val="dk1"/>
                </a:solidFill>
                <a:latin typeface="Archivo"/>
                <a:ea typeface="Archivo"/>
                <a:cs typeface="Archivo"/>
                <a:sym typeface="Archivo"/>
              </a:defRPr>
            </a:lvl6pPr>
            <a:lvl7pPr marL="3200400" lvl="6" indent="-330200">
              <a:spcBef>
                <a:spcPts val="0"/>
              </a:spcBef>
              <a:spcAft>
                <a:spcPts val="0"/>
              </a:spcAft>
              <a:buClr>
                <a:schemeClr val="dk1"/>
              </a:buClr>
              <a:buSzPts val="1600"/>
              <a:buFont typeface="Archivo"/>
              <a:buChar char="●"/>
              <a:defRPr sz="1600">
                <a:solidFill>
                  <a:schemeClr val="dk1"/>
                </a:solidFill>
                <a:latin typeface="Archivo"/>
                <a:ea typeface="Archivo"/>
                <a:cs typeface="Archivo"/>
                <a:sym typeface="Archivo"/>
              </a:defRPr>
            </a:lvl7pPr>
            <a:lvl8pPr marL="3657600" lvl="7" indent="-330200">
              <a:spcBef>
                <a:spcPts val="0"/>
              </a:spcBef>
              <a:spcAft>
                <a:spcPts val="0"/>
              </a:spcAft>
              <a:buClr>
                <a:schemeClr val="dk1"/>
              </a:buClr>
              <a:buSzPts val="1600"/>
              <a:buFont typeface="Archivo"/>
              <a:buChar char="○"/>
              <a:defRPr sz="1600">
                <a:solidFill>
                  <a:schemeClr val="dk1"/>
                </a:solidFill>
                <a:latin typeface="Archivo"/>
                <a:ea typeface="Archivo"/>
                <a:cs typeface="Archivo"/>
                <a:sym typeface="Archivo"/>
              </a:defRPr>
            </a:lvl8pPr>
            <a:lvl9pPr marL="4114800" lvl="8" indent="-330200">
              <a:spcBef>
                <a:spcPts val="0"/>
              </a:spcBef>
              <a:spcAft>
                <a:spcPts val="0"/>
              </a:spcAft>
              <a:buClr>
                <a:schemeClr val="dk1"/>
              </a:buClr>
              <a:buSzPts val="1600"/>
              <a:buFont typeface="Archivo"/>
              <a:buChar char="■"/>
              <a:defRPr sz="1600">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E46962"/>
          </p15:clr>
        </p15:guide>
        <p15:guide id="2" pos="2880">
          <p15:clr>
            <a:srgbClr val="E46962"/>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6.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6.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6.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6.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39.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39.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39.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3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1.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42.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4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4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4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3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7.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4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7.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47.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47.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4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1.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39.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0.xml"/><Relationship Id="rId1" Type="http://schemas.openxmlformats.org/officeDocument/2006/relationships/slideLayout" Target="../slideLayouts/slideLayout35.xml"/><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4.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2.xml"/><Relationship Id="rId1" Type="http://schemas.openxmlformats.org/officeDocument/2006/relationships/slideLayout" Target="../slideLayouts/slideLayout42.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3.xml"/><Relationship Id="rId1" Type="http://schemas.openxmlformats.org/officeDocument/2006/relationships/slideLayout" Target="../slideLayouts/slideLayout47.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4.xml"/><Relationship Id="rId1" Type="http://schemas.openxmlformats.org/officeDocument/2006/relationships/slideLayout" Target="../slideLayouts/slideLayout4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4.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6.xml"/><Relationship Id="rId1" Type="http://schemas.openxmlformats.org/officeDocument/2006/relationships/slideLayout" Target="../slideLayouts/slideLayout3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4.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8.xml"/><Relationship Id="rId1" Type="http://schemas.openxmlformats.org/officeDocument/2006/relationships/slideLayout" Target="../slideLayouts/slideLayout42.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9.xml"/><Relationship Id="rId1" Type="http://schemas.openxmlformats.org/officeDocument/2006/relationships/slideLayout" Target="../slideLayouts/slideLayout4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2.xml"/></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1.xml"/><Relationship Id="rId1" Type="http://schemas.openxmlformats.org/officeDocument/2006/relationships/slideLayout" Target="../slideLayouts/slideLayout4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5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588" name="Google Shape;588;p5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589" name="Google Shape;589;p54"/>
          <p:cNvPicPr preferRelativeResize="0"/>
          <p:nvPr/>
        </p:nvPicPr>
        <p:blipFill>
          <a:blip r:embed="rId3">
            <a:alphaModFix/>
          </a:blip>
          <a:stretch>
            <a:fillRect/>
          </a:stretch>
        </p:blipFill>
        <p:spPr>
          <a:xfrm>
            <a:off x="-52200" y="0"/>
            <a:ext cx="9308325" cy="5143500"/>
          </a:xfrm>
          <a:prstGeom prst="rect">
            <a:avLst/>
          </a:prstGeom>
          <a:noFill/>
          <a:ln>
            <a:noFill/>
          </a:ln>
        </p:spPr>
      </p:pic>
      <p:sp>
        <p:nvSpPr>
          <p:cNvPr id="590" name="Google Shape;590;p54"/>
          <p:cNvSpPr txBox="1"/>
          <p:nvPr/>
        </p:nvSpPr>
        <p:spPr>
          <a:xfrm>
            <a:off x="311689" y="2299441"/>
            <a:ext cx="8819100" cy="1569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500">
                <a:solidFill>
                  <a:srgbClr val="FFE599"/>
                </a:solidFill>
                <a:latin typeface="Impact"/>
                <a:ea typeface="Impact"/>
                <a:cs typeface="Impact"/>
                <a:sym typeface="Impact"/>
              </a:rPr>
              <a:t>Energy Consumption Prediction using ML and PowerBI</a:t>
            </a:r>
            <a:endParaRPr sz="4500">
              <a:solidFill>
                <a:srgbClr val="FFE599"/>
              </a:solidFill>
              <a:latin typeface="Impact"/>
              <a:ea typeface="Impact"/>
              <a:cs typeface="Impact"/>
              <a:sym typeface="Impac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2</a:t>
            </a:fld>
            <a:endParaRPr/>
          </a:p>
        </p:txBody>
      </p:sp>
      <p:sp>
        <p:nvSpPr>
          <p:cNvPr id="597" name="Google Shape;597;p55"/>
          <p:cNvSpPr/>
          <p:nvPr/>
        </p:nvSpPr>
        <p:spPr>
          <a:xfrm rot="-376068">
            <a:off x="1120972" y="1818394"/>
            <a:ext cx="3723356" cy="1402471"/>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0">
                <a:solidFill>
                  <a:schemeClr val="dk2"/>
                </a:solidFill>
                <a:latin typeface="Archivo ExtraBold"/>
                <a:ea typeface="Archivo ExtraBold"/>
                <a:cs typeface="Archivo ExtraBold"/>
                <a:sym typeface="Archivo ExtraBold"/>
              </a:rPr>
              <a:t>LET’S</a:t>
            </a:r>
            <a:endParaRPr sz="8000">
              <a:solidFill>
                <a:schemeClr val="dk2"/>
              </a:solidFill>
              <a:latin typeface="Archivo ExtraBold"/>
              <a:ea typeface="Archivo ExtraBold"/>
              <a:cs typeface="Archivo ExtraBold"/>
              <a:sym typeface="Archivo ExtraBold"/>
            </a:endParaRPr>
          </a:p>
        </p:txBody>
      </p:sp>
      <p:sp>
        <p:nvSpPr>
          <p:cNvPr id="598" name="Google Shape;598;p55"/>
          <p:cNvSpPr/>
          <p:nvPr/>
        </p:nvSpPr>
        <p:spPr>
          <a:xfrm rot="340875">
            <a:off x="5152469" y="1986667"/>
            <a:ext cx="2797139" cy="1402495"/>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0">
                <a:solidFill>
                  <a:schemeClr val="dk1"/>
                </a:solidFill>
                <a:latin typeface="Archivo ExtraBold"/>
                <a:ea typeface="Archivo ExtraBold"/>
                <a:cs typeface="Archivo ExtraBold"/>
                <a:sym typeface="Archivo ExtraBold"/>
              </a:rPr>
              <a:t>GO</a:t>
            </a:r>
            <a:endParaRPr sz="8000">
              <a:solidFill>
                <a:schemeClr val="dk1"/>
              </a:solidFill>
              <a:latin typeface="Archivo ExtraBold"/>
              <a:ea typeface="Archivo ExtraBold"/>
              <a:cs typeface="Archivo ExtraBold"/>
              <a:sym typeface="Archivo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grpSp>
        <p:nvGrpSpPr>
          <p:cNvPr id="603" name="Google Shape;603;p56"/>
          <p:cNvGrpSpPr/>
          <p:nvPr/>
        </p:nvGrpSpPr>
        <p:grpSpPr>
          <a:xfrm>
            <a:off x="-216025" y="1819828"/>
            <a:ext cx="9618395" cy="481500"/>
            <a:chOff x="-216025" y="2997075"/>
            <a:chExt cx="9618395" cy="481500"/>
          </a:xfrm>
        </p:grpSpPr>
        <p:sp>
          <p:nvSpPr>
            <p:cNvPr id="604" name="Google Shape;604;p56"/>
            <p:cNvSpPr/>
            <p:nvPr/>
          </p:nvSpPr>
          <p:spPr>
            <a:xfrm>
              <a:off x="-216025"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5" name="Google Shape;605;p56"/>
            <p:cNvSpPr/>
            <p:nvPr/>
          </p:nvSpPr>
          <p:spPr>
            <a:xfrm>
              <a:off x="26486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6" name="Google Shape;606;p56"/>
            <p:cNvSpPr/>
            <p:nvPr/>
          </p:nvSpPr>
          <p:spPr>
            <a:xfrm>
              <a:off x="74575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7" name="Google Shape;607;p56"/>
            <p:cNvSpPr/>
            <p:nvPr/>
          </p:nvSpPr>
          <p:spPr>
            <a:xfrm>
              <a:off x="122664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8" name="Google Shape;608;p56"/>
            <p:cNvSpPr/>
            <p:nvPr/>
          </p:nvSpPr>
          <p:spPr>
            <a:xfrm>
              <a:off x="1707532"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9" name="Google Shape;609;p56"/>
            <p:cNvSpPr/>
            <p:nvPr/>
          </p:nvSpPr>
          <p:spPr>
            <a:xfrm>
              <a:off x="2188421"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0" name="Google Shape;610;p56"/>
            <p:cNvSpPr/>
            <p:nvPr/>
          </p:nvSpPr>
          <p:spPr>
            <a:xfrm>
              <a:off x="266931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1" name="Google Shape;611;p56"/>
            <p:cNvSpPr/>
            <p:nvPr/>
          </p:nvSpPr>
          <p:spPr>
            <a:xfrm>
              <a:off x="3150199"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2" name="Google Shape;612;p56"/>
            <p:cNvSpPr/>
            <p:nvPr/>
          </p:nvSpPr>
          <p:spPr>
            <a:xfrm>
              <a:off x="3631088"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3" name="Google Shape;613;p56"/>
            <p:cNvSpPr/>
            <p:nvPr/>
          </p:nvSpPr>
          <p:spPr>
            <a:xfrm>
              <a:off x="4111978"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4" name="Google Shape;614;p56"/>
            <p:cNvSpPr/>
            <p:nvPr/>
          </p:nvSpPr>
          <p:spPr>
            <a:xfrm>
              <a:off x="4592867"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5" name="Google Shape;615;p56"/>
            <p:cNvSpPr/>
            <p:nvPr/>
          </p:nvSpPr>
          <p:spPr>
            <a:xfrm>
              <a:off x="5073756"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6" name="Google Shape;616;p56"/>
            <p:cNvSpPr/>
            <p:nvPr/>
          </p:nvSpPr>
          <p:spPr>
            <a:xfrm>
              <a:off x="5554645"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7" name="Google Shape;617;p56"/>
            <p:cNvSpPr/>
            <p:nvPr/>
          </p:nvSpPr>
          <p:spPr>
            <a:xfrm>
              <a:off x="603553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8" name="Google Shape;618;p56"/>
            <p:cNvSpPr/>
            <p:nvPr/>
          </p:nvSpPr>
          <p:spPr>
            <a:xfrm>
              <a:off x="6516424"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9" name="Google Shape;619;p56"/>
            <p:cNvSpPr/>
            <p:nvPr/>
          </p:nvSpPr>
          <p:spPr>
            <a:xfrm>
              <a:off x="6997313"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0" name="Google Shape;620;p56"/>
            <p:cNvSpPr/>
            <p:nvPr/>
          </p:nvSpPr>
          <p:spPr>
            <a:xfrm>
              <a:off x="7478202"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1" name="Google Shape;621;p56"/>
            <p:cNvSpPr/>
            <p:nvPr/>
          </p:nvSpPr>
          <p:spPr>
            <a:xfrm>
              <a:off x="7959091"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2" name="Google Shape;622;p56"/>
            <p:cNvSpPr/>
            <p:nvPr/>
          </p:nvSpPr>
          <p:spPr>
            <a:xfrm>
              <a:off x="843998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3" name="Google Shape;623;p56"/>
            <p:cNvSpPr/>
            <p:nvPr/>
          </p:nvSpPr>
          <p:spPr>
            <a:xfrm>
              <a:off x="8920870" y="2997075"/>
              <a:ext cx="481500" cy="481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624" name="Google Shape;624;p56"/>
          <p:cNvSpPr/>
          <p:nvPr/>
        </p:nvSpPr>
        <p:spPr>
          <a:xfrm>
            <a:off x="-65875" y="2038399"/>
            <a:ext cx="9264900" cy="2582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5" name="Google Shape;625;p56"/>
          <p:cNvSpPr txBox="1">
            <a:spLocks noGrp="1"/>
          </p:cNvSpPr>
          <p:nvPr>
            <p:ph type="subTitle" idx="1"/>
          </p:nvPr>
        </p:nvSpPr>
        <p:spPr>
          <a:xfrm>
            <a:off x="519475" y="3444100"/>
            <a:ext cx="2072100" cy="70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RULE #1</a:t>
            </a:r>
            <a:endParaRPr/>
          </a:p>
        </p:txBody>
      </p:sp>
      <p:sp>
        <p:nvSpPr>
          <p:cNvPr id="626" name="Google Shape;626;p56"/>
          <p:cNvSpPr txBox="1">
            <a:spLocks noGrp="1"/>
          </p:cNvSpPr>
          <p:nvPr>
            <p:ph type="subTitle" idx="2"/>
          </p:nvPr>
        </p:nvSpPr>
        <p:spPr>
          <a:xfrm>
            <a:off x="2591659" y="3444100"/>
            <a:ext cx="2072100" cy="70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None/>
            </a:pPr>
            <a:r>
              <a:rPr lang="en"/>
              <a:t>RULE #2</a:t>
            </a:r>
            <a:endParaRPr/>
          </a:p>
        </p:txBody>
      </p:sp>
      <p:sp>
        <p:nvSpPr>
          <p:cNvPr id="627" name="Google Shape;627;p56"/>
          <p:cNvSpPr txBox="1">
            <a:spLocks noGrp="1"/>
          </p:cNvSpPr>
          <p:nvPr>
            <p:ph type="subTitle" idx="3"/>
          </p:nvPr>
        </p:nvSpPr>
        <p:spPr>
          <a:xfrm>
            <a:off x="4663842" y="3444100"/>
            <a:ext cx="2072100" cy="70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None/>
            </a:pPr>
            <a:r>
              <a:rPr lang="en"/>
              <a:t>RULE #3</a:t>
            </a:r>
            <a:endParaRPr/>
          </a:p>
        </p:txBody>
      </p:sp>
      <p:sp>
        <p:nvSpPr>
          <p:cNvPr id="628" name="Google Shape;628;p56"/>
          <p:cNvSpPr txBox="1">
            <a:spLocks noGrp="1"/>
          </p:cNvSpPr>
          <p:nvPr>
            <p:ph type="subTitle" idx="4"/>
          </p:nvPr>
        </p:nvSpPr>
        <p:spPr>
          <a:xfrm>
            <a:off x="6736037" y="3444100"/>
            <a:ext cx="1888500" cy="70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None/>
            </a:pPr>
            <a:r>
              <a:rPr lang="en"/>
              <a:t>RULE #4</a:t>
            </a:r>
            <a:endParaRPr/>
          </a:p>
        </p:txBody>
      </p:sp>
      <p:sp>
        <p:nvSpPr>
          <p:cNvPr id="629" name="Google Shape;629;p56"/>
          <p:cNvSpPr txBox="1">
            <a:spLocks noGrp="1"/>
          </p:cNvSpPr>
          <p:nvPr>
            <p:ph type="body" idx="6"/>
          </p:nvPr>
        </p:nvSpPr>
        <p:spPr>
          <a:xfrm>
            <a:off x="251450" y="2184449"/>
            <a:ext cx="8445300" cy="25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250">
                <a:solidFill>
                  <a:srgbClr val="FAF6F6"/>
                </a:solidFill>
                <a:latin typeface="Comic Sans MS"/>
                <a:ea typeface="Comic Sans MS"/>
                <a:cs typeface="Comic Sans MS"/>
                <a:sym typeface="Comic Sans MS"/>
              </a:rPr>
              <a:t>The primary goal is the construction of interpretable linear regression models capable of accurately predicting continuous energy consumption. This involves mastering the entire machine learning workflow: from rigorous data preprocessing and pipeline integration to robust model evaluation and coefficient interpretation</a:t>
            </a:r>
            <a:r>
              <a:rPr lang="en" sz="2400">
                <a:solidFill>
                  <a:srgbClr val="FAF6F6"/>
                </a:solidFill>
                <a:latin typeface="Comic Sans MS"/>
                <a:ea typeface="Comic Sans MS"/>
                <a:cs typeface="Comic Sans MS"/>
                <a:sym typeface="Comic Sans MS"/>
              </a:rPr>
              <a:t>.</a:t>
            </a:r>
            <a:endParaRPr sz="2400">
              <a:solidFill>
                <a:srgbClr val="FAF6F6"/>
              </a:solidFill>
              <a:latin typeface="Comic Sans MS"/>
              <a:ea typeface="Comic Sans MS"/>
              <a:cs typeface="Comic Sans MS"/>
              <a:sym typeface="Comic Sans MS"/>
            </a:endParaRPr>
          </a:p>
        </p:txBody>
      </p:sp>
      <p:sp>
        <p:nvSpPr>
          <p:cNvPr id="630" name="Google Shape;630;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3</a:t>
            </a:fld>
            <a:endParaRPr/>
          </a:p>
        </p:txBody>
      </p:sp>
      <p:sp>
        <p:nvSpPr>
          <p:cNvPr id="631" name="Google Shape;631;p56"/>
          <p:cNvSpPr/>
          <p:nvPr/>
        </p:nvSpPr>
        <p:spPr>
          <a:xfrm rot="-484397">
            <a:off x="1237321" y="240786"/>
            <a:ext cx="2866711" cy="1112039"/>
          </a:xfrm>
          <a:prstGeom prst="roundRect">
            <a:avLst>
              <a:gd name="adj" fmla="val 42653"/>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accent2"/>
                </a:solidFill>
                <a:latin typeface="Archivo ExtraBold"/>
                <a:ea typeface="Archivo ExtraBold"/>
                <a:cs typeface="Archivo ExtraBold"/>
                <a:sym typeface="Archivo ExtraBold"/>
              </a:rPr>
              <a:t>GOAL</a:t>
            </a:r>
            <a:endParaRPr sz="5600">
              <a:solidFill>
                <a:schemeClr val="accent2"/>
              </a:solidFill>
              <a:latin typeface="Archivo ExtraBold"/>
              <a:ea typeface="Archivo ExtraBold"/>
              <a:cs typeface="Archivo ExtraBold"/>
              <a:sym typeface="Archivo ExtraBold"/>
            </a:endParaRPr>
          </a:p>
        </p:txBody>
      </p:sp>
      <p:sp>
        <p:nvSpPr>
          <p:cNvPr id="632" name="Google Shape;632;p56"/>
          <p:cNvSpPr/>
          <p:nvPr/>
        </p:nvSpPr>
        <p:spPr>
          <a:xfrm rot="222639">
            <a:off x="3864127" y="376308"/>
            <a:ext cx="4222953" cy="1112033"/>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dk1"/>
                </a:solidFill>
                <a:latin typeface="Archivo ExtraBold"/>
                <a:ea typeface="Archivo ExtraBold"/>
                <a:cs typeface="Archivo ExtraBold"/>
                <a:sym typeface="Archivo ExtraBold"/>
              </a:rPr>
              <a:t>SETTING</a:t>
            </a:r>
            <a:endParaRPr sz="5600">
              <a:solidFill>
                <a:schemeClr val="dk1"/>
              </a:solidFill>
              <a:latin typeface="Archivo ExtraBold"/>
              <a:ea typeface="Archivo ExtraBold"/>
              <a:cs typeface="Archivo ExtraBold"/>
              <a:sym typeface="Archivo Extra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4</a:t>
            </a:fld>
            <a:endParaRPr/>
          </a:p>
        </p:txBody>
      </p:sp>
      <p:sp>
        <p:nvSpPr>
          <p:cNvPr id="638" name="Google Shape;638;p57"/>
          <p:cNvSpPr txBox="1">
            <a:spLocks noGrp="1"/>
          </p:cNvSpPr>
          <p:nvPr>
            <p:ph type="title"/>
          </p:nvPr>
        </p:nvSpPr>
        <p:spPr>
          <a:xfrm>
            <a:off x="55650" y="-62025"/>
            <a:ext cx="9032700" cy="288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700"/>
          </a:p>
          <a:p>
            <a:pPr marL="304800" marR="482600" lvl="0" indent="0" algn="l" rtl="0">
              <a:lnSpc>
                <a:spcPct val="153000"/>
              </a:lnSpc>
              <a:spcBef>
                <a:spcPts val="0"/>
              </a:spcBef>
              <a:spcAft>
                <a:spcPts val="0"/>
              </a:spcAft>
              <a:buNone/>
            </a:pPr>
            <a:endParaRPr sz="2200" b="1">
              <a:solidFill>
                <a:srgbClr val="07071B"/>
              </a:solidFill>
              <a:latin typeface="Comic Sans MS"/>
              <a:ea typeface="Comic Sans MS"/>
              <a:cs typeface="Comic Sans MS"/>
              <a:sym typeface="Comic Sans MS"/>
            </a:endParaRPr>
          </a:p>
          <a:p>
            <a:pPr marL="762000" marR="482600" lvl="0" indent="-349250" algn="l" rtl="0">
              <a:lnSpc>
                <a:spcPct val="158000"/>
              </a:lnSpc>
              <a:spcBef>
                <a:spcPts val="0"/>
              </a:spcBef>
              <a:spcAft>
                <a:spcPts val="0"/>
              </a:spcAft>
              <a:buClr>
                <a:srgbClr val="07071B"/>
              </a:buClr>
              <a:buSzPts val="1900"/>
              <a:buFont typeface="Comic Sans MS"/>
              <a:buChar char="●"/>
            </a:pPr>
            <a:r>
              <a:rPr lang="en" sz="1900">
                <a:solidFill>
                  <a:srgbClr val="07071B"/>
                </a:solidFill>
                <a:latin typeface="Comic Sans MS"/>
                <a:ea typeface="Comic Sans MS"/>
                <a:cs typeface="Comic Sans MS"/>
                <a:sym typeface="Comic Sans MS"/>
              </a:rPr>
              <a:t>Energy varies with temperature, building type, and usage; </a:t>
            </a:r>
            <a:endParaRPr sz="1900">
              <a:solidFill>
                <a:srgbClr val="07071B"/>
              </a:solidFill>
              <a:latin typeface="Comic Sans MS"/>
              <a:ea typeface="Comic Sans MS"/>
              <a:cs typeface="Comic Sans MS"/>
              <a:sym typeface="Comic Sans MS"/>
            </a:endParaRPr>
          </a:p>
          <a:p>
            <a:pPr marL="762000" marR="482600" lvl="0" indent="-349250" algn="l" rtl="0">
              <a:lnSpc>
                <a:spcPct val="158000"/>
              </a:lnSpc>
              <a:spcBef>
                <a:spcPts val="0"/>
              </a:spcBef>
              <a:spcAft>
                <a:spcPts val="0"/>
              </a:spcAft>
              <a:buClr>
                <a:srgbClr val="07071B"/>
              </a:buClr>
              <a:buSzPts val="1900"/>
              <a:buFont typeface="Comic Sans MS"/>
              <a:buChar char="●"/>
            </a:pPr>
            <a:r>
              <a:rPr lang="en" sz="1900">
                <a:solidFill>
                  <a:srgbClr val="07071B"/>
                </a:solidFill>
                <a:latin typeface="Comic Sans MS"/>
                <a:ea typeface="Comic Sans MS"/>
                <a:cs typeface="Comic Sans MS"/>
                <a:sym typeface="Comic Sans MS"/>
              </a:rPr>
              <a:t>Manual estimates are inaccurate and inefficient</a:t>
            </a:r>
            <a:endParaRPr sz="1900">
              <a:solidFill>
                <a:srgbClr val="07071B"/>
              </a:solidFill>
              <a:latin typeface="Comic Sans MS"/>
              <a:ea typeface="Comic Sans MS"/>
              <a:cs typeface="Comic Sans MS"/>
              <a:sym typeface="Comic Sans MS"/>
            </a:endParaRPr>
          </a:p>
          <a:p>
            <a:pPr marL="762000" marR="482600" lvl="0" indent="-349250" algn="l" rtl="0">
              <a:lnSpc>
                <a:spcPct val="158000"/>
              </a:lnSpc>
              <a:spcBef>
                <a:spcPts val="0"/>
              </a:spcBef>
              <a:spcAft>
                <a:spcPts val="0"/>
              </a:spcAft>
              <a:buClr>
                <a:srgbClr val="07071B"/>
              </a:buClr>
              <a:buSzPts val="1900"/>
              <a:buFont typeface="Comic Sans MS"/>
              <a:buChar char="●"/>
            </a:pPr>
            <a:endParaRPr sz="1900">
              <a:solidFill>
                <a:srgbClr val="07071B"/>
              </a:solidFill>
              <a:latin typeface="Comic Sans MS"/>
              <a:ea typeface="Comic Sans MS"/>
              <a:cs typeface="Comic Sans MS"/>
              <a:sym typeface="Comic Sans MS"/>
            </a:endParaRPr>
          </a:p>
          <a:p>
            <a:pPr marL="762000" marR="482600" lvl="0" indent="-349250" algn="l" rtl="0">
              <a:lnSpc>
                <a:spcPct val="158000"/>
              </a:lnSpc>
              <a:spcBef>
                <a:spcPts val="0"/>
              </a:spcBef>
              <a:spcAft>
                <a:spcPts val="0"/>
              </a:spcAft>
              <a:buClr>
                <a:srgbClr val="07071B"/>
              </a:buClr>
              <a:buSzPts val="1900"/>
              <a:buFont typeface="Comic Sans MS"/>
              <a:buChar char="●"/>
            </a:pPr>
            <a:r>
              <a:rPr lang="en" sz="1900">
                <a:solidFill>
                  <a:srgbClr val="07071B"/>
                </a:solidFill>
                <a:latin typeface="Comic Sans MS"/>
                <a:ea typeface="Comic Sans MS"/>
                <a:cs typeface="Comic Sans MS"/>
                <a:sym typeface="Comic Sans MS"/>
              </a:rPr>
              <a:t>Predict energy consumption using regression models: Linear Regression, Lasso, Ridge, Elastic Net.</a:t>
            </a:r>
            <a:endParaRPr sz="1900">
              <a:solidFill>
                <a:srgbClr val="07071B"/>
              </a:solidFill>
              <a:latin typeface="Comic Sans MS"/>
              <a:ea typeface="Comic Sans MS"/>
              <a:cs typeface="Comic Sans MS"/>
              <a:sym typeface="Comic Sans MS"/>
            </a:endParaRPr>
          </a:p>
          <a:p>
            <a:pPr marL="762000" marR="482600" lvl="0" indent="-349250" algn="l" rtl="0">
              <a:lnSpc>
                <a:spcPct val="158000"/>
              </a:lnSpc>
              <a:spcBef>
                <a:spcPts val="0"/>
              </a:spcBef>
              <a:spcAft>
                <a:spcPts val="0"/>
              </a:spcAft>
              <a:buClr>
                <a:srgbClr val="07071B"/>
              </a:buClr>
              <a:buSzPts val="1900"/>
              <a:buFont typeface="Comic Sans MS"/>
              <a:buChar char="●"/>
            </a:pPr>
            <a:r>
              <a:rPr lang="en" sz="1900">
                <a:solidFill>
                  <a:srgbClr val="07071B"/>
                </a:solidFill>
                <a:latin typeface="Comic Sans MS"/>
                <a:ea typeface="Comic Sans MS"/>
                <a:cs typeface="Comic Sans MS"/>
                <a:sym typeface="Comic Sans MS"/>
              </a:rPr>
              <a:t>Compare multiple regression algorithms.</a:t>
            </a:r>
            <a:endParaRPr sz="1900">
              <a:solidFill>
                <a:srgbClr val="07071B"/>
              </a:solidFill>
              <a:latin typeface="Comic Sans MS"/>
              <a:ea typeface="Comic Sans MS"/>
              <a:cs typeface="Comic Sans MS"/>
              <a:sym typeface="Comic Sans MS"/>
            </a:endParaRPr>
          </a:p>
          <a:p>
            <a:pPr marL="762000" marR="482600" lvl="0" indent="-349250" algn="l" rtl="0">
              <a:lnSpc>
                <a:spcPct val="158000"/>
              </a:lnSpc>
              <a:spcBef>
                <a:spcPts val="0"/>
              </a:spcBef>
              <a:spcAft>
                <a:spcPts val="0"/>
              </a:spcAft>
              <a:buClr>
                <a:srgbClr val="07071B"/>
              </a:buClr>
              <a:buSzPts val="1900"/>
              <a:buFont typeface="Comic Sans MS"/>
              <a:buChar char="●"/>
            </a:pPr>
            <a:r>
              <a:rPr lang="en" sz="1900">
                <a:solidFill>
                  <a:srgbClr val="07071B"/>
                </a:solidFill>
                <a:latin typeface="Comic Sans MS"/>
                <a:ea typeface="Comic Sans MS"/>
                <a:cs typeface="Comic Sans MS"/>
                <a:sym typeface="Comic Sans MS"/>
              </a:rPr>
              <a:t>Visualize results using Power BI.</a:t>
            </a:r>
            <a:endParaRPr sz="2800">
              <a:latin typeface="Comic Sans MS"/>
              <a:ea typeface="Comic Sans MS"/>
              <a:cs typeface="Comic Sans MS"/>
              <a:sym typeface="Comic Sans MS"/>
            </a:endParaRPr>
          </a:p>
        </p:txBody>
      </p:sp>
      <p:sp>
        <p:nvSpPr>
          <p:cNvPr id="639" name="Google Shape;639;p57"/>
          <p:cNvSpPr/>
          <p:nvPr/>
        </p:nvSpPr>
        <p:spPr>
          <a:xfrm>
            <a:off x="173750" y="403875"/>
            <a:ext cx="3884400" cy="4935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304800" marR="482600" lvl="0" indent="0" algn="l" rtl="0">
              <a:lnSpc>
                <a:spcPct val="100000"/>
              </a:lnSpc>
              <a:spcBef>
                <a:spcPts val="0"/>
              </a:spcBef>
              <a:spcAft>
                <a:spcPts val="0"/>
              </a:spcAft>
              <a:buNone/>
            </a:pPr>
            <a:r>
              <a:rPr lang="en" sz="2200" b="1">
                <a:solidFill>
                  <a:srgbClr val="07071B"/>
                </a:solidFill>
                <a:latin typeface="Comic Sans MS"/>
                <a:ea typeface="Comic Sans MS"/>
                <a:cs typeface="Comic Sans MS"/>
                <a:sym typeface="Comic Sans MS"/>
              </a:rPr>
              <a:t>Problem Statement</a:t>
            </a:r>
            <a:endParaRPr sz="2600">
              <a:solidFill>
                <a:schemeClr val="dk1"/>
              </a:solidFill>
              <a:latin typeface="Archivo ExtraBold"/>
              <a:ea typeface="Archivo ExtraBold"/>
              <a:cs typeface="Archivo ExtraBold"/>
              <a:sym typeface="Archivo ExtraBold"/>
            </a:endParaRPr>
          </a:p>
        </p:txBody>
      </p:sp>
      <p:sp>
        <p:nvSpPr>
          <p:cNvPr id="640" name="Google Shape;640;p57"/>
          <p:cNvSpPr/>
          <p:nvPr/>
        </p:nvSpPr>
        <p:spPr>
          <a:xfrm>
            <a:off x="257300" y="1823999"/>
            <a:ext cx="2522100" cy="4422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304800" marR="482600" lvl="0" indent="0" algn="l" rtl="0">
              <a:lnSpc>
                <a:spcPct val="100000"/>
              </a:lnSpc>
              <a:spcBef>
                <a:spcPts val="0"/>
              </a:spcBef>
              <a:spcAft>
                <a:spcPts val="0"/>
              </a:spcAft>
              <a:buNone/>
            </a:pPr>
            <a:r>
              <a:rPr lang="en" sz="2200" b="1">
                <a:solidFill>
                  <a:srgbClr val="07071B"/>
                </a:solidFill>
                <a:latin typeface="Comic Sans MS"/>
                <a:ea typeface="Comic Sans MS"/>
                <a:cs typeface="Comic Sans MS"/>
                <a:sym typeface="Comic Sans MS"/>
              </a:rPr>
              <a:t>Objective</a:t>
            </a:r>
            <a:endParaRPr sz="2600">
              <a:solidFill>
                <a:schemeClr val="dk1"/>
              </a:solidFill>
              <a:latin typeface="Archivo ExtraBold"/>
              <a:ea typeface="Archivo ExtraBold"/>
              <a:cs typeface="Archivo ExtraBold"/>
              <a:sym typeface="Archivo ExtraBold"/>
            </a:endParaRPr>
          </a:p>
        </p:txBody>
      </p:sp>
      <p:pic>
        <p:nvPicPr>
          <p:cNvPr id="641" name="Google Shape;641;p57"/>
          <p:cNvPicPr preferRelativeResize="0"/>
          <p:nvPr/>
        </p:nvPicPr>
        <p:blipFill>
          <a:blip r:embed="rId3">
            <a:alphaModFix/>
          </a:blip>
          <a:stretch>
            <a:fillRect/>
          </a:stretch>
        </p:blipFill>
        <p:spPr>
          <a:xfrm>
            <a:off x="5408100" y="2711933"/>
            <a:ext cx="3613057" cy="2018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5</a:t>
            </a:fld>
            <a:endParaRPr/>
          </a:p>
        </p:txBody>
      </p:sp>
      <p:sp>
        <p:nvSpPr>
          <p:cNvPr id="647" name="Google Shape;647;p58"/>
          <p:cNvSpPr/>
          <p:nvPr/>
        </p:nvSpPr>
        <p:spPr>
          <a:xfrm rot="-150361">
            <a:off x="1429751" y="1160164"/>
            <a:ext cx="7211096" cy="1111963"/>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400" b="1">
                <a:solidFill>
                  <a:srgbClr val="FFFFFF"/>
                </a:solidFill>
                <a:latin typeface="Roboto"/>
                <a:ea typeface="Roboto"/>
                <a:cs typeface="Roboto"/>
                <a:sym typeface="Roboto"/>
              </a:rPr>
              <a:t>Data Loading</a:t>
            </a:r>
            <a:endParaRPr sz="5800">
              <a:solidFill>
                <a:schemeClr val="accent2"/>
              </a:solidFill>
              <a:latin typeface="Archivo ExtraBold"/>
              <a:ea typeface="Archivo ExtraBold"/>
              <a:cs typeface="Archivo ExtraBold"/>
              <a:sym typeface="Archivo ExtraBold"/>
            </a:endParaRPr>
          </a:p>
        </p:txBody>
      </p:sp>
      <p:sp>
        <p:nvSpPr>
          <p:cNvPr id="648" name="Google Shape;648;p58"/>
          <p:cNvSpPr/>
          <p:nvPr/>
        </p:nvSpPr>
        <p:spPr>
          <a:xfrm rot="249226">
            <a:off x="4367917" y="2472659"/>
            <a:ext cx="2120570" cy="1112032"/>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accent1"/>
                </a:solidFill>
                <a:latin typeface="Archivo ExtraBold"/>
                <a:ea typeface="Archivo ExtraBold"/>
                <a:cs typeface="Archivo ExtraBold"/>
                <a:sym typeface="Archivo ExtraBold"/>
              </a:rPr>
              <a:t>DL</a:t>
            </a:r>
            <a:endParaRPr sz="5600">
              <a:solidFill>
                <a:schemeClr val="accent1"/>
              </a:solidFill>
              <a:latin typeface="Archivo ExtraBold"/>
              <a:ea typeface="Archivo ExtraBold"/>
              <a:cs typeface="Archivo ExtraBold"/>
              <a:sym typeface="Archivo Extra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6</a:t>
            </a:fld>
            <a:endParaRPr/>
          </a:p>
        </p:txBody>
      </p:sp>
      <p:sp>
        <p:nvSpPr>
          <p:cNvPr id="654" name="Google Shape;654;p59"/>
          <p:cNvSpPr/>
          <p:nvPr/>
        </p:nvSpPr>
        <p:spPr>
          <a:xfrm>
            <a:off x="236000" y="78715"/>
            <a:ext cx="2773500" cy="5364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a:solidFill>
                  <a:schemeClr val="dk1"/>
                </a:solidFill>
                <a:latin typeface="Archivo ExtraBold"/>
                <a:ea typeface="Archivo ExtraBold"/>
                <a:cs typeface="Archivo ExtraBold"/>
                <a:sym typeface="Archivo ExtraBold"/>
              </a:rPr>
              <a:t>Data Overview</a:t>
            </a:r>
            <a:endParaRPr sz="2600">
              <a:solidFill>
                <a:schemeClr val="dk1"/>
              </a:solidFill>
              <a:latin typeface="Archivo ExtraBold"/>
              <a:ea typeface="Archivo ExtraBold"/>
              <a:cs typeface="Archivo ExtraBold"/>
              <a:sym typeface="Archivo ExtraBold"/>
            </a:endParaRPr>
          </a:p>
        </p:txBody>
      </p:sp>
      <p:sp>
        <p:nvSpPr>
          <p:cNvPr id="655" name="Google Shape;655;p59"/>
          <p:cNvSpPr txBox="1"/>
          <p:nvPr/>
        </p:nvSpPr>
        <p:spPr>
          <a:xfrm>
            <a:off x="440925" y="2595300"/>
            <a:ext cx="61644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chemeClr val="dk1"/>
              </a:solidFill>
              <a:latin typeface="Archivo"/>
              <a:ea typeface="Archivo"/>
              <a:cs typeface="Archivo"/>
              <a:sym typeface="Archivo"/>
            </a:endParaRPr>
          </a:p>
        </p:txBody>
      </p:sp>
      <p:pic>
        <p:nvPicPr>
          <p:cNvPr id="656" name="Google Shape;656;p59"/>
          <p:cNvPicPr preferRelativeResize="0"/>
          <p:nvPr/>
        </p:nvPicPr>
        <p:blipFill>
          <a:blip r:embed="rId3">
            <a:alphaModFix/>
          </a:blip>
          <a:stretch>
            <a:fillRect/>
          </a:stretch>
        </p:blipFill>
        <p:spPr>
          <a:xfrm>
            <a:off x="4937900" y="930917"/>
            <a:ext cx="3979950" cy="2636800"/>
          </a:xfrm>
          <a:prstGeom prst="rect">
            <a:avLst/>
          </a:prstGeom>
          <a:noFill/>
          <a:ln>
            <a:noFill/>
          </a:ln>
        </p:spPr>
      </p:pic>
      <p:sp>
        <p:nvSpPr>
          <p:cNvPr id="657" name="Google Shape;657;p59"/>
          <p:cNvSpPr txBox="1"/>
          <p:nvPr/>
        </p:nvSpPr>
        <p:spPr>
          <a:xfrm>
            <a:off x="-304479" y="571603"/>
            <a:ext cx="10854600" cy="555900"/>
          </a:xfrm>
          <a:prstGeom prst="rect">
            <a:avLst/>
          </a:prstGeom>
          <a:noFill/>
          <a:ln>
            <a:noFill/>
          </a:ln>
        </p:spPr>
        <p:txBody>
          <a:bodyPr spcFirstLastPara="1" wrap="square" lIns="91425" tIns="91425" rIns="91425" bIns="91425" anchor="t" anchorCtr="0">
            <a:spAutoFit/>
          </a:bodyPr>
          <a:lstStyle/>
          <a:p>
            <a:pPr marL="304800" marR="1320800" lvl="0" indent="0" algn="l" rtl="0">
              <a:lnSpc>
                <a:spcPct val="153000"/>
              </a:lnSpc>
              <a:spcBef>
                <a:spcPts val="0"/>
              </a:spcBef>
              <a:spcAft>
                <a:spcPts val="0"/>
              </a:spcAft>
              <a:buNone/>
            </a:pPr>
            <a:r>
              <a:rPr lang="en" sz="1250">
                <a:latin typeface="Comic Sans MS"/>
                <a:ea typeface="Comic Sans MS"/>
                <a:cs typeface="Comic Sans MS"/>
                <a:sym typeface="Comic Sans MS"/>
              </a:rPr>
              <a:t>This file contains the testing dataset, which is used to evaluate the performance of the trained machine learning model.</a:t>
            </a:r>
            <a:endParaRPr sz="1000">
              <a:latin typeface="Comic Sans MS"/>
              <a:ea typeface="Comic Sans MS"/>
              <a:cs typeface="Comic Sans MS"/>
              <a:sym typeface="Comic Sans MS"/>
            </a:endParaRPr>
          </a:p>
          <a:p>
            <a:pPr marL="304800" marR="1143000" lvl="0" indent="0" algn="l" rtl="0">
              <a:lnSpc>
                <a:spcPct val="115000"/>
              </a:lnSpc>
              <a:spcBef>
                <a:spcPts val="0"/>
              </a:spcBef>
              <a:spcAft>
                <a:spcPts val="0"/>
              </a:spcAft>
              <a:buNone/>
            </a:pPr>
            <a:endParaRPr sz="500">
              <a:highlight>
                <a:srgbClr val="FFFFFF"/>
              </a:highlight>
              <a:latin typeface="Comic Sans MS"/>
              <a:ea typeface="Comic Sans MS"/>
              <a:cs typeface="Comic Sans MS"/>
              <a:sym typeface="Comic Sans MS"/>
            </a:endParaRPr>
          </a:p>
        </p:txBody>
      </p:sp>
      <p:sp>
        <p:nvSpPr>
          <p:cNvPr id="658" name="Google Shape;658;p59"/>
          <p:cNvSpPr txBox="1"/>
          <p:nvPr/>
        </p:nvSpPr>
        <p:spPr>
          <a:xfrm>
            <a:off x="-260973" y="859056"/>
            <a:ext cx="6624600" cy="2857200"/>
          </a:xfrm>
          <a:prstGeom prst="rect">
            <a:avLst/>
          </a:prstGeom>
          <a:noFill/>
          <a:ln>
            <a:noFill/>
          </a:ln>
        </p:spPr>
        <p:txBody>
          <a:bodyPr spcFirstLastPara="1" wrap="square" lIns="91425" tIns="91425" rIns="91425" bIns="91425" anchor="t" anchorCtr="0">
            <a:spAutoFit/>
          </a:bodyPr>
          <a:lstStyle/>
          <a:p>
            <a:pPr marL="304800" marR="1320800" lvl="0" indent="0" algn="l" rtl="0">
              <a:lnSpc>
                <a:spcPct val="153000"/>
              </a:lnSpc>
              <a:spcBef>
                <a:spcPts val="0"/>
              </a:spcBef>
              <a:spcAft>
                <a:spcPts val="0"/>
              </a:spcAft>
              <a:buNone/>
            </a:pPr>
            <a:r>
              <a:rPr lang="en" b="1">
                <a:solidFill>
                  <a:srgbClr val="07071B"/>
                </a:solidFill>
                <a:highlight>
                  <a:srgbClr val="FFD966"/>
                </a:highlight>
                <a:latin typeface="Comic Sans MS"/>
                <a:ea typeface="Comic Sans MS"/>
                <a:cs typeface="Comic Sans MS"/>
                <a:sym typeface="Comic Sans MS"/>
              </a:rPr>
              <a:t>Files:</a:t>
            </a:r>
            <a:r>
              <a:rPr lang="en" sz="1500" b="1">
                <a:solidFill>
                  <a:srgbClr val="07071B"/>
                </a:solidFill>
                <a:latin typeface="Comic Sans MS"/>
                <a:ea typeface="Comic Sans MS"/>
                <a:cs typeface="Comic Sans MS"/>
                <a:sym typeface="Comic Sans MS"/>
              </a:rPr>
              <a:t> </a:t>
            </a:r>
            <a:r>
              <a:rPr lang="en" sz="1200" b="1">
                <a:solidFill>
                  <a:srgbClr val="07071B"/>
                </a:solidFill>
                <a:latin typeface="Comic Sans MS"/>
                <a:ea typeface="Comic Sans MS"/>
                <a:cs typeface="Comic Sans MS"/>
                <a:sym typeface="Comic Sans MS"/>
              </a:rPr>
              <a:t>train_energy_data.csv and test_energy_data.csv</a:t>
            </a:r>
            <a:endParaRPr sz="1200" b="1">
              <a:solidFill>
                <a:srgbClr val="07071B"/>
              </a:solidFill>
              <a:latin typeface="Comic Sans MS"/>
              <a:ea typeface="Comic Sans MS"/>
              <a:cs typeface="Comic Sans MS"/>
              <a:sym typeface="Comic Sans MS"/>
            </a:endParaRPr>
          </a:p>
          <a:p>
            <a:pPr marL="304800" marR="1320800" lvl="0" indent="0" algn="l" rtl="0">
              <a:lnSpc>
                <a:spcPct val="153000"/>
              </a:lnSpc>
              <a:spcBef>
                <a:spcPts val="0"/>
              </a:spcBef>
              <a:spcAft>
                <a:spcPts val="0"/>
              </a:spcAft>
              <a:buNone/>
            </a:pPr>
            <a:r>
              <a:rPr lang="en" b="1">
                <a:solidFill>
                  <a:srgbClr val="07071B"/>
                </a:solidFill>
                <a:highlight>
                  <a:srgbClr val="FFD966"/>
                </a:highlight>
                <a:latin typeface="Comic Sans MS"/>
                <a:ea typeface="Comic Sans MS"/>
                <a:cs typeface="Comic Sans MS"/>
                <a:sym typeface="Comic Sans MS"/>
              </a:rPr>
              <a:t>Total Records:</a:t>
            </a:r>
            <a:r>
              <a:rPr lang="en" sz="1500" b="1">
                <a:solidFill>
                  <a:srgbClr val="07071B"/>
                </a:solidFill>
                <a:latin typeface="Comic Sans MS"/>
                <a:ea typeface="Comic Sans MS"/>
                <a:cs typeface="Comic Sans MS"/>
                <a:sym typeface="Comic Sans MS"/>
              </a:rPr>
              <a:t> </a:t>
            </a:r>
            <a:r>
              <a:rPr lang="en" sz="1200">
                <a:solidFill>
                  <a:srgbClr val="07071B"/>
                </a:solidFill>
                <a:latin typeface="Comic Sans MS"/>
                <a:ea typeface="Comic Sans MS"/>
                <a:cs typeface="Comic Sans MS"/>
                <a:sym typeface="Comic Sans MS"/>
              </a:rPr>
              <a:t>Train_data:1000,7 Test_data:100,7;</a:t>
            </a:r>
            <a:endParaRPr sz="1200">
              <a:solidFill>
                <a:srgbClr val="07071B"/>
              </a:solidFill>
              <a:latin typeface="Comic Sans MS"/>
              <a:ea typeface="Comic Sans MS"/>
              <a:cs typeface="Comic Sans MS"/>
              <a:sym typeface="Comic Sans MS"/>
            </a:endParaRPr>
          </a:p>
          <a:p>
            <a:pPr marL="304800" marR="1320800" lvl="0" indent="0" algn="l" rtl="0">
              <a:lnSpc>
                <a:spcPct val="153000"/>
              </a:lnSpc>
              <a:spcBef>
                <a:spcPts val="0"/>
              </a:spcBef>
              <a:spcAft>
                <a:spcPts val="0"/>
              </a:spcAft>
              <a:buNone/>
            </a:pPr>
            <a:r>
              <a:rPr lang="en" sz="1200">
                <a:solidFill>
                  <a:srgbClr val="07071B"/>
                </a:solidFill>
                <a:latin typeface="Comic Sans MS"/>
                <a:ea typeface="Comic Sans MS"/>
                <a:cs typeface="Comic Sans MS"/>
                <a:sym typeface="Comic Sans MS"/>
              </a:rPr>
              <a:t>Shape of the data is 1100,7</a:t>
            </a:r>
            <a:endParaRPr sz="1200">
              <a:solidFill>
                <a:srgbClr val="07071B"/>
              </a:solidFill>
              <a:latin typeface="Comic Sans MS"/>
              <a:ea typeface="Comic Sans MS"/>
              <a:cs typeface="Comic Sans MS"/>
              <a:sym typeface="Comic Sans MS"/>
            </a:endParaRPr>
          </a:p>
          <a:p>
            <a:pPr marL="304800" marR="1320800" lvl="0" indent="0" algn="l" rtl="0">
              <a:lnSpc>
                <a:spcPct val="153000"/>
              </a:lnSpc>
              <a:spcBef>
                <a:spcPts val="0"/>
              </a:spcBef>
              <a:spcAft>
                <a:spcPts val="0"/>
              </a:spcAft>
              <a:buNone/>
            </a:pPr>
            <a:r>
              <a:rPr lang="en" b="1">
                <a:solidFill>
                  <a:srgbClr val="07071B"/>
                </a:solidFill>
                <a:highlight>
                  <a:srgbClr val="FFD966"/>
                </a:highlight>
                <a:latin typeface="Comic Sans MS"/>
                <a:ea typeface="Comic Sans MS"/>
                <a:cs typeface="Comic Sans MS"/>
                <a:sym typeface="Comic Sans MS"/>
              </a:rPr>
              <a:t>Columns:</a:t>
            </a:r>
            <a:r>
              <a:rPr lang="en" b="1">
                <a:solidFill>
                  <a:srgbClr val="07071B"/>
                </a:solidFill>
                <a:latin typeface="Comic Sans MS"/>
                <a:ea typeface="Comic Sans MS"/>
                <a:cs typeface="Comic Sans MS"/>
                <a:sym typeface="Comic Sans MS"/>
              </a:rPr>
              <a:t> </a:t>
            </a:r>
            <a:endParaRPr b="1">
              <a:solidFill>
                <a:srgbClr val="07071B"/>
              </a:solidFill>
              <a:latin typeface="Comic Sans MS"/>
              <a:ea typeface="Comic Sans MS"/>
              <a:cs typeface="Comic Sans MS"/>
              <a:sym typeface="Comic Sans MS"/>
            </a:endParaRPr>
          </a:p>
          <a:p>
            <a:pPr marL="304800" marR="1320800" lvl="0" indent="0" algn="l" rtl="0">
              <a:lnSpc>
                <a:spcPct val="153000"/>
              </a:lnSpc>
              <a:spcBef>
                <a:spcPts val="0"/>
              </a:spcBef>
              <a:spcAft>
                <a:spcPts val="0"/>
              </a:spcAft>
              <a:buNone/>
            </a:pPr>
            <a:r>
              <a:rPr lang="en" sz="1200" b="1">
                <a:latin typeface="Comic Sans MS"/>
                <a:ea typeface="Comic Sans MS"/>
                <a:cs typeface="Comic Sans MS"/>
                <a:sym typeface="Comic Sans MS"/>
              </a:rPr>
              <a:t>Building Type: </a:t>
            </a:r>
            <a:r>
              <a:rPr lang="en" sz="1200">
                <a:latin typeface="Comic Sans MS"/>
                <a:ea typeface="Comic Sans MS"/>
                <a:cs typeface="Comic Sans MS"/>
                <a:sym typeface="Comic Sans MS"/>
              </a:rPr>
              <a:t>Residential, Industrial, Commercial.</a:t>
            </a:r>
            <a:r>
              <a:rPr lang="en" sz="1200" b="1">
                <a:latin typeface="Comic Sans MS"/>
                <a:ea typeface="Comic Sans MS"/>
                <a:cs typeface="Comic Sans MS"/>
                <a:sym typeface="Comic Sans MS"/>
              </a:rPr>
              <a:t> </a:t>
            </a:r>
            <a:endParaRPr sz="1200" b="1">
              <a:latin typeface="Comic Sans MS"/>
              <a:ea typeface="Comic Sans MS"/>
              <a:cs typeface="Comic Sans MS"/>
              <a:sym typeface="Comic Sans MS"/>
            </a:endParaRPr>
          </a:p>
          <a:p>
            <a:pPr marL="304800" marR="1320800" lvl="0" indent="0" algn="l" rtl="0">
              <a:lnSpc>
                <a:spcPct val="153000"/>
              </a:lnSpc>
              <a:spcBef>
                <a:spcPts val="0"/>
              </a:spcBef>
              <a:spcAft>
                <a:spcPts val="0"/>
              </a:spcAft>
              <a:buNone/>
            </a:pPr>
            <a:r>
              <a:rPr lang="en" sz="1200" b="1">
                <a:latin typeface="Comic Sans MS"/>
                <a:ea typeface="Comic Sans MS"/>
                <a:cs typeface="Comic Sans MS"/>
                <a:sym typeface="Comic Sans MS"/>
              </a:rPr>
              <a:t>Square Footage:</a:t>
            </a:r>
            <a:r>
              <a:rPr lang="en" sz="1200">
                <a:latin typeface="Comic Sans MS"/>
                <a:ea typeface="Comic Sans MS"/>
                <a:cs typeface="Comic Sans MS"/>
                <a:sym typeface="Comic Sans MS"/>
              </a:rPr>
              <a:t>the total area of the building.</a:t>
            </a:r>
            <a:endParaRPr sz="1200" b="1">
              <a:latin typeface="Comic Sans MS"/>
              <a:ea typeface="Comic Sans MS"/>
              <a:cs typeface="Comic Sans MS"/>
              <a:sym typeface="Comic Sans MS"/>
            </a:endParaRPr>
          </a:p>
          <a:p>
            <a:pPr marL="304800" marR="1320800" lvl="0" indent="0" algn="l" rtl="0">
              <a:lnSpc>
                <a:spcPct val="153000"/>
              </a:lnSpc>
              <a:spcBef>
                <a:spcPts val="0"/>
              </a:spcBef>
              <a:spcAft>
                <a:spcPts val="0"/>
              </a:spcAft>
              <a:buNone/>
            </a:pPr>
            <a:r>
              <a:rPr lang="en" sz="1200" b="1">
                <a:latin typeface="Comic Sans MS"/>
                <a:ea typeface="Comic Sans MS"/>
                <a:cs typeface="Comic Sans MS"/>
                <a:sym typeface="Comic Sans MS"/>
              </a:rPr>
              <a:t>Number of Occupants: </a:t>
            </a:r>
            <a:r>
              <a:rPr lang="en" sz="1200">
                <a:latin typeface="Comic Sans MS"/>
                <a:ea typeface="Comic Sans MS"/>
                <a:cs typeface="Comic Sans MS"/>
                <a:sym typeface="Comic Sans MS"/>
              </a:rPr>
              <a:t>the number of people occupying the building.</a:t>
            </a:r>
            <a:endParaRPr sz="1200">
              <a:latin typeface="Comic Sans MS"/>
              <a:ea typeface="Comic Sans MS"/>
              <a:cs typeface="Comic Sans MS"/>
              <a:sym typeface="Comic Sans MS"/>
            </a:endParaRPr>
          </a:p>
          <a:p>
            <a:pPr marL="457200" marR="1320800" lvl="0" indent="0" algn="l" rtl="0">
              <a:lnSpc>
                <a:spcPct val="158000"/>
              </a:lnSpc>
              <a:spcBef>
                <a:spcPts val="300"/>
              </a:spcBef>
              <a:spcAft>
                <a:spcPts val="0"/>
              </a:spcAft>
              <a:buNone/>
            </a:pPr>
            <a:endParaRPr sz="1200">
              <a:solidFill>
                <a:srgbClr val="07071B"/>
              </a:solidFill>
              <a:latin typeface="Comic Sans MS"/>
              <a:ea typeface="Comic Sans MS"/>
              <a:cs typeface="Comic Sans MS"/>
              <a:sym typeface="Comic Sans MS"/>
            </a:endParaRPr>
          </a:p>
        </p:txBody>
      </p:sp>
      <p:sp>
        <p:nvSpPr>
          <p:cNvPr id="659" name="Google Shape;659;p59"/>
          <p:cNvSpPr txBox="1"/>
          <p:nvPr/>
        </p:nvSpPr>
        <p:spPr>
          <a:xfrm>
            <a:off x="-271848" y="3229634"/>
            <a:ext cx="10626300" cy="1821000"/>
          </a:xfrm>
          <a:prstGeom prst="rect">
            <a:avLst/>
          </a:prstGeom>
          <a:noFill/>
          <a:ln>
            <a:noFill/>
          </a:ln>
        </p:spPr>
        <p:txBody>
          <a:bodyPr spcFirstLastPara="1" wrap="square" lIns="91425" tIns="91425" rIns="91425" bIns="91425" anchor="t" anchorCtr="0">
            <a:spAutoFit/>
          </a:bodyPr>
          <a:lstStyle/>
          <a:p>
            <a:pPr marL="304800" marR="1320800" lvl="0" indent="0" algn="l" rtl="0">
              <a:lnSpc>
                <a:spcPct val="153000"/>
              </a:lnSpc>
              <a:spcBef>
                <a:spcPts val="0"/>
              </a:spcBef>
              <a:spcAft>
                <a:spcPts val="0"/>
              </a:spcAft>
              <a:buNone/>
            </a:pPr>
            <a:r>
              <a:rPr lang="en" sz="1200" b="1">
                <a:latin typeface="Comic Sans MS"/>
                <a:ea typeface="Comic Sans MS"/>
                <a:cs typeface="Comic Sans MS"/>
                <a:sym typeface="Comic Sans MS"/>
              </a:rPr>
              <a:t>Appliances Used:</a:t>
            </a:r>
            <a:r>
              <a:rPr lang="en" sz="1200">
                <a:latin typeface="Comic Sans MS"/>
                <a:ea typeface="Comic Sans MS"/>
                <a:cs typeface="Comic Sans MS"/>
                <a:sym typeface="Comic Sans MS"/>
              </a:rPr>
              <a:t>the number of appliances used in the building.</a:t>
            </a:r>
            <a:r>
              <a:rPr lang="en" sz="1200" b="1">
                <a:latin typeface="Comic Sans MS"/>
                <a:ea typeface="Comic Sans MS"/>
                <a:cs typeface="Comic Sans MS"/>
                <a:sym typeface="Comic Sans MS"/>
              </a:rPr>
              <a:t> </a:t>
            </a:r>
            <a:endParaRPr sz="1200" b="1">
              <a:latin typeface="Comic Sans MS"/>
              <a:ea typeface="Comic Sans MS"/>
              <a:cs typeface="Comic Sans MS"/>
              <a:sym typeface="Comic Sans MS"/>
            </a:endParaRPr>
          </a:p>
          <a:p>
            <a:pPr marL="304800" marR="1320800" lvl="0" indent="0" algn="l" rtl="0">
              <a:lnSpc>
                <a:spcPct val="153000"/>
              </a:lnSpc>
              <a:spcBef>
                <a:spcPts val="0"/>
              </a:spcBef>
              <a:spcAft>
                <a:spcPts val="0"/>
              </a:spcAft>
              <a:buNone/>
            </a:pPr>
            <a:r>
              <a:rPr lang="en" sz="1200" b="1">
                <a:latin typeface="Comic Sans MS"/>
                <a:ea typeface="Comic Sans MS"/>
                <a:cs typeface="Comic Sans MS"/>
                <a:sym typeface="Comic Sans MS"/>
              </a:rPr>
              <a:t>Average Temperature:</a:t>
            </a:r>
            <a:r>
              <a:rPr lang="en" sz="1200">
                <a:latin typeface="Comic Sans MS"/>
                <a:ea typeface="Comic Sans MS"/>
                <a:cs typeface="Comic Sans MS"/>
                <a:sym typeface="Comic Sans MS"/>
              </a:rPr>
              <a:t>the average temperature of the building or climate area (in Celsius).</a:t>
            </a:r>
            <a:r>
              <a:rPr lang="en" sz="1200" b="1">
                <a:latin typeface="Comic Sans MS"/>
                <a:ea typeface="Comic Sans MS"/>
                <a:cs typeface="Comic Sans MS"/>
                <a:sym typeface="Comic Sans MS"/>
              </a:rPr>
              <a:t>; </a:t>
            </a:r>
            <a:endParaRPr sz="1200" b="1">
              <a:latin typeface="Comic Sans MS"/>
              <a:ea typeface="Comic Sans MS"/>
              <a:cs typeface="Comic Sans MS"/>
              <a:sym typeface="Comic Sans MS"/>
            </a:endParaRPr>
          </a:p>
          <a:p>
            <a:pPr marL="304800" marR="1320800" lvl="0" indent="0" algn="l" rtl="0">
              <a:lnSpc>
                <a:spcPct val="153000"/>
              </a:lnSpc>
              <a:spcBef>
                <a:spcPts val="0"/>
              </a:spcBef>
              <a:spcAft>
                <a:spcPts val="0"/>
              </a:spcAft>
              <a:buNone/>
            </a:pPr>
            <a:r>
              <a:rPr lang="en" sz="1200" b="1">
                <a:latin typeface="Comic Sans MS"/>
                <a:ea typeface="Comic Sans MS"/>
                <a:cs typeface="Comic Sans MS"/>
                <a:sym typeface="Comic Sans MS"/>
              </a:rPr>
              <a:t>Day of Week:</a:t>
            </a:r>
            <a:r>
              <a:rPr lang="en" sz="1200">
                <a:latin typeface="Comic Sans MS"/>
                <a:ea typeface="Comic Sans MS"/>
                <a:cs typeface="Comic Sans MS"/>
                <a:sym typeface="Comic Sans MS"/>
              </a:rPr>
              <a:t>whether the data point corresponds to a weekday or weekend.;</a:t>
            </a:r>
            <a:endParaRPr sz="1200">
              <a:latin typeface="Comic Sans MS"/>
              <a:ea typeface="Comic Sans MS"/>
              <a:cs typeface="Comic Sans MS"/>
              <a:sym typeface="Comic Sans MS"/>
            </a:endParaRPr>
          </a:p>
          <a:p>
            <a:pPr marL="304800" marR="1320800" lvl="0" indent="0" algn="l" rtl="0">
              <a:lnSpc>
                <a:spcPct val="153000"/>
              </a:lnSpc>
              <a:spcBef>
                <a:spcPts val="0"/>
              </a:spcBef>
              <a:spcAft>
                <a:spcPts val="0"/>
              </a:spcAft>
              <a:buNone/>
            </a:pPr>
            <a:r>
              <a:rPr lang="en" sz="1200" b="1">
                <a:latin typeface="Comic Sans MS"/>
                <a:ea typeface="Comic Sans MS"/>
                <a:cs typeface="Comic Sans MS"/>
                <a:sym typeface="Comic Sans MS"/>
              </a:rPr>
              <a:t>Energy Consumption:</a:t>
            </a:r>
            <a:r>
              <a:rPr lang="en" sz="1200">
                <a:latin typeface="Comic Sans MS"/>
                <a:ea typeface="Comic Sans MS"/>
                <a:cs typeface="Comic Sans MS"/>
                <a:sym typeface="Comic Sans MS"/>
              </a:rPr>
              <a:t>Numeric target variable representing the energy consumption of the building in kWh (kilowatt-hours). This is the value the model is tasked with predicting.</a:t>
            </a:r>
            <a:endParaRPr sz="1200">
              <a:latin typeface="Comic Sans MS"/>
              <a:ea typeface="Comic Sans MS"/>
              <a:cs typeface="Comic Sans MS"/>
              <a:sym typeface="Comic Sans MS"/>
            </a:endParaRPr>
          </a:p>
          <a:p>
            <a:pPr marL="457200" marR="1320800" lvl="0" indent="0" algn="l" rtl="0">
              <a:lnSpc>
                <a:spcPct val="158000"/>
              </a:lnSpc>
              <a:spcBef>
                <a:spcPts val="300"/>
              </a:spcBef>
              <a:spcAft>
                <a:spcPts val="0"/>
              </a:spcAft>
              <a:buNone/>
            </a:pPr>
            <a:endParaRPr sz="1200">
              <a:latin typeface="Comic Sans MS"/>
              <a:ea typeface="Comic Sans MS"/>
              <a:cs typeface="Comic Sans MS"/>
              <a:sym typeface="Comic Sans M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pic>
        <p:nvPicPr>
          <p:cNvPr id="664" name="Google Shape;664;p60"/>
          <p:cNvPicPr preferRelativeResize="0"/>
          <p:nvPr/>
        </p:nvPicPr>
        <p:blipFill>
          <a:blip r:embed="rId3">
            <a:alphaModFix/>
          </a:blip>
          <a:stretch>
            <a:fillRect/>
          </a:stretch>
        </p:blipFill>
        <p:spPr>
          <a:xfrm>
            <a:off x="2929575" y="787250"/>
            <a:ext cx="6081975" cy="4203850"/>
          </a:xfrm>
          <a:prstGeom prst="rect">
            <a:avLst/>
          </a:prstGeom>
          <a:noFill/>
          <a:ln>
            <a:noFill/>
          </a:ln>
        </p:spPr>
      </p:pic>
      <p:sp>
        <p:nvSpPr>
          <p:cNvPr id="665" name="Google Shape;665;p60"/>
          <p:cNvSpPr txBox="1"/>
          <p:nvPr/>
        </p:nvSpPr>
        <p:spPr>
          <a:xfrm>
            <a:off x="-70425" y="2226512"/>
            <a:ext cx="3000000" cy="3228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100" b="1">
                <a:solidFill>
                  <a:srgbClr val="07071B"/>
                </a:solidFill>
                <a:highlight>
                  <a:srgbClr val="FFFFFF"/>
                </a:highlight>
                <a:latin typeface="Comic Sans MS"/>
                <a:ea typeface="Comic Sans MS"/>
                <a:cs typeface="Comic Sans MS"/>
                <a:sym typeface="Comic Sans MS"/>
              </a:rPr>
              <a:t>Data Shape and Structure</a:t>
            </a:r>
            <a:endParaRPr sz="2100" b="1">
              <a:solidFill>
                <a:srgbClr val="07071B"/>
              </a:solidFill>
              <a:highlight>
                <a:srgbClr val="FFFFFF"/>
              </a:highlight>
              <a:latin typeface="Comic Sans MS"/>
              <a:ea typeface="Comic Sans MS"/>
              <a:cs typeface="Comic Sans MS"/>
              <a:sym typeface="Comic Sans MS"/>
            </a:endParaRPr>
          </a:p>
          <a:p>
            <a:pPr marL="0" lvl="0" indent="0" algn="l" rtl="0">
              <a:spcBef>
                <a:spcPts val="0"/>
              </a:spcBef>
              <a:spcAft>
                <a:spcPts val="0"/>
              </a:spcAft>
              <a:buNone/>
            </a:pPr>
            <a:endParaRPr sz="2100" b="1">
              <a:solidFill>
                <a:srgbClr val="07071B"/>
              </a:solidFill>
              <a:highlight>
                <a:srgbClr val="FFFFFF"/>
              </a:highlight>
              <a:latin typeface="Comic Sans MS"/>
              <a:ea typeface="Comic Sans MS"/>
              <a:cs typeface="Comic Sans MS"/>
              <a:sym typeface="Comic Sans MS"/>
            </a:endParaRPr>
          </a:p>
          <a:p>
            <a:pPr marL="457200" lvl="0" indent="-228600" algn="l" rtl="0">
              <a:lnSpc>
                <a:spcPct val="158000"/>
              </a:lnSpc>
              <a:spcBef>
                <a:spcPts val="0"/>
              </a:spcBef>
              <a:spcAft>
                <a:spcPts val="0"/>
              </a:spcAft>
              <a:buClr>
                <a:srgbClr val="07071B"/>
              </a:buClr>
              <a:buSzPts val="1800"/>
              <a:buFont typeface="Lora"/>
              <a:buNone/>
            </a:pPr>
            <a:r>
              <a:rPr lang="en" sz="1800">
                <a:solidFill>
                  <a:srgbClr val="07071B"/>
                </a:solidFill>
                <a:latin typeface="Lora"/>
                <a:ea typeface="Lora"/>
                <a:cs typeface="Lora"/>
                <a:sym typeface="Lora"/>
              </a:rPr>
              <a:t>Rows, columns, and types checked to ensure modeling readiness.</a:t>
            </a:r>
            <a:endParaRPr sz="1800">
              <a:solidFill>
                <a:srgbClr val="07071B"/>
              </a:solidFill>
              <a:latin typeface="Lora"/>
              <a:ea typeface="Lora"/>
              <a:cs typeface="Lora"/>
              <a:sym typeface="Lora"/>
            </a:endParaRPr>
          </a:p>
          <a:p>
            <a:pPr marL="0" lvl="0" indent="0" algn="l" rtl="0">
              <a:spcBef>
                <a:spcPts val="0"/>
              </a:spcBef>
              <a:spcAft>
                <a:spcPts val="0"/>
              </a:spcAft>
              <a:buNone/>
            </a:pPr>
            <a:endParaRPr sz="2100" b="1">
              <a:solidFill>
                <a:srgbClr val="07071B"/>
              </a:solidFill>
              <a:highlight>
                <a:srgbClr val="FFFFFF"/>
              </a:highlight>
              <a:latin typeface="Comic Sans MS"/>
              <a:ea typeface="Comic Sans MS"/>
              <a:cs typeface="Comic Sans MS"/>
              <a:sym typeface="Comic Sans MS"/>
            </a:endParaRPr>
          </a:p>
        </p:txBody>
      </p:sp>
      <p:sp>
        <p:nvSpPr>
          <p:cNvPr id="666" name="Google Shape;666;p60"/>
          <p:cNvSpPr/>
          <p:nvPr/>
        </p:nvSpPr>
        <p:spPr>
          <a:xfrm>
            <a:off x="2396048" y="68251"/>
            <a:ext cx="3793500" cy="633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700" b="1">
                <a:solidFill>
                  <a:srgbClr val="FFFFFF"/>
                </a:solidFill>
                <a:latin typeface="Roboto"/>
                <a:ea typeface="Roboto"/>
                <a:cs typeface="Roboto"/>
                <a:sym typeface="Roboto"/>
              </a:rPr>
              <a:t>Data Loading</a:t>
            </a:r>
            <a:endParaRPr sz="5100">
              <a:solidFill>
                <a:schemeClr val="accent2"/>
              </a:solidFill>
              <a:latin typeface="Archivo ExtraBold"/>
              <a:ea typeface="Archivo ExtraBold"/>
              <a:cs typeface="Archivo ExtraBold"/>
              <a:sym typeface="Archivo ExtraBold"/>
            </a:endParaRPr>
          </a:p>
        </p:txBody>
      </p:sp>
      <p:pic>
        <p:nvPicPr>
          <p:cNvPr id="667" name="Google Shape;667;p60"/>
          <p:cNvPicPr preferRelativeResize="0"/>
          <p:nvPr/>
        </p:nvPicPr>
        <p:blipFill>
          <a:blip r:embed="rId4">
            <a:alphaModFix/>
          </a:blip>
          <a:stretch>
            <a:fillRect/>
          </a:stretch>
        </p:blipFill>
        <p:spPr>
          <a:xfrm>
            <a:off x="422485" y="390457"/>
            <a:ext cx="1905000" cy="1905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pic>
        <p:nvPicPr>
          <p:cNvPr id="672" name="Google Shape;672;p61"/>
          <p:cNvPicPr preferRelativeResize="0"/>
          <p:nvPr/>
        </p:nvPicPr>
        <p:blipFill>
          <a:blip r:embed="rId3">
            <a:alphaModFix/>
          </a:blip>
          <a:stretch>
            <a:fillRect/>
          </a:stretch>
        </p:blipFill>
        <p:spPr>
          <a:xfrm>
            <a:off x="152400" y="1590100"/>
            <a:ext cx="8839199" cy="361235"/>
          </a:xfrm>
          <a:prstGeom prst="rect">
            <a:avLst/>
          </a:prstGeom>
          <a:noFill/>
          <a:ln>
            <a:noFill/>
          </a:ln>
        </p:spPr>
      </p:pic>
      <p:pic>
        <p:nvPicPr>
          <p:cNvPr id="673" name="Google Shape;673;p61"/>
          <p:cNvPicPr preferRelativeResize="0"/>
          <p:nvPr/>
        </p:nvPicPr>
        <p:blipFill>
          <a:blip r:embed="rId4">
            <a:alphaModFix/>
          </a:blip>
          <a:stretch>
            <a:fillRect/>
          </a:stretch>
        </p:blipFill>
        <p:spPr>
          <a:xfrm>
            <a:off x="152400" y="1940461"/>
            <a:ext cx="8839199" cy="1618445"/>
          </a:xfrm>
          <a:prstGeom prst="rect">
            <a:avLst/>
          </a:prstGeom>
          <a:noFill/>
          <a:ln>
            <a:noFill/>
          </a:ln>
        </p:spPr>
      </p:pic>
      <p:sp>
        <p:nvSpPr>
          <p:cNvPr id="674" name="Google Shape;674;p61"/>
          <p:cNvSpPr txBox="1"/>
          <p:nvPr/>
        </p:nvSpPr>
        <p:spPr>
          <a:xfrm>
            <a:off x="1168200" y="975450"/>
            <a:ext cx="6807600" cy="507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100" b="1">
                <a:solidFill>
                  <a:srgbClr val="07071B"/>
                </a:solidFill>
                <a:highlight>
                  <a:srgbClr val="FFFFFF"/>
                </a:highlight>
                <a:latin typeface="Comic Sans MS"/>
                <a:ea typeface="Comic Sans MS"/>
                <a:cs typeface="Comic Sans MS"/>
                <a:sym typeface="Comic Sans MS"/>
              </a:rPr>
              <a:t>Data Shape and Structure</a:t>
            </a:r>
            <a:endParaRPr/>
          </a:p>
        </p:txBody>
      </p:sp>
      <p:sp>
        <p:nvSpPr>
          <p:cNvPr id="675" name="Google Shape;675;p61"/>
          <p:cNvSpPr/>
          <p:nvPr/>
        </p:nvSpPr>
        <p:spPr>
          <a:xfrm>
            <a:off x="2196000" y="235700"/>
            <a:ext cx="4752000" cy="633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700" b="1">
                <a:solidFill>
                  <a:srgbClr val="FFFFFF"/>
                </a:solidFill>
                <a:latin typeface="Roboto"/>
                <a:ea typeface="Roboto"/>
                <a:cs typeface="Roboto"/>
                <a:sym typeface="Roboto"/>
              </a:rPr>
              <a:t>Data Loading</a:t>
            </a:r>
            <a:endParaRPr sz="5100">
              <a:solidFill>
                <a:schemeClr val="accent2"/>
              </a:solidFill>
              <a:latin typeface="Archivo ExtraBold"/>
              <a:ea typeface="Archivo ExtraBold"/>
              <a:cs typeface="Archivo ExtraBold"/>
              <a:sym typeface="Archivo Extra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9</a:t>
            </a:fld>
            <a:endParaRPr/>
          </a:p>
        </p:txBody>
      </p:sp>
      <p:sp>
        <p:nvSpPr>
          <p:cNvPr id="681" name="Google Shape;681;p62"/>
          <p:cNvSpPr/>
          <p:nvPr/>
        </p:nvSpPr>
        <p:spPr>
          <a:xfrm rot="-150361">
            <a:off x="1430802" y="1012559"/>
            <a:ext cx="7211096" cy="1460885"/>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400" b="1">
                <a:solidFill>
                  <a:srgbClr val="FFFFFF"/>
                </a:solidFill>
                <a:latin typeface="Roboto"/>
                <a:ea typeface="Roboto"/>
                <a:cs typeface="Roboto"/>
                <a:sym typeface="Roboto"/>
              </a:rPr>
              <a:t>Data Cleaning &amp; Preprocessing</a:t>
            </a:r>
            <a:endParaRPr sz="5800">
              <a:solidFill>
                <a:schemeClr val="accent2"/>
              </a:solidFill>
              <a:latin typeface="Archivo ExtraBold"/>
              <a:ea typeface="Archivo ExtraBold"/>
              <a:cs typeface="Archivo ExtraBold"/>
              <a:sym typeface="Archivo ExtraBold"/>
            </a:endParaRPr>
          </a:p>
        </p:txBody>
      </p:sp>
      <p:sp>
        <p:nvSpPr>
          <p:cNvPr id="682" name="Google Shape;682;p62"/>
          <p:cNvSpPr/>
          <p:nvPr/>
        </p:nvSpPr>
        <p:spPr>
          <a:xfrm rot="249071">
            <a:off x="4367123" y="2494559"/>
            <a:ext cx="2726954" cy="1112032"/>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accent1"/>
                </a:solidFill>
                <a:latin typeface="Archivo ExtraBold"/>
                <a:ea typeface="Archivo ExtraBold"/>
                <a:cs typeface="Archivo ExtraBold"/>
                <a:sym typeface="Archivo ExtraBold"/>
              </a:rPr>
              <a:t>DC&amp;P</a:t>
            </a:r>
            <a:endParaRPr sz="5600">
              <a:solidFill>
                <a:schemeClr val="accent1"/>
              </a:solidFill>
              <a:latin typeface="Archivo ExtraBold"/>
              <a:ea typeface="Archivo ExtraBold"/>
              <a:cs typeface="Archivo ExtraBold"/>
              <a:sym typeface="Archivo Extra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grpSp>
        <p:nvGrpSpPr>
          <p:cNvPr id="687" name="Google Shape;687;p63"/>
          <p:cNvGrpSpPr/>
          <p:nvPr/>
        </p:nvGrpSpPr>
        <p:grpSpPr>
          <a:xfrm>
            <a:off x="166829" y="865293"/>
            <a:ext cx="8840083" cy="3390812"/>
            <a:chOff x="152400" y="245600"/>
            <a:chExt cx="8839199" cy="2446650"/>
          </a:xfrm>
        </p:grpSpPr>
        <p:pic>
          <p:nvPicPr>
            <p:cNvPr id="688" name="Google Shape;688;p63"/>
            <p:cNvPicPr preferRelativeResize="0"/>
            <p:nvPr/>
          </p:nvPicPr>
          <p:blipFill rotWithShape="1">
            <a:blip r:embed="rId3">
              <a:alphaModFix/>
            </a:blip>
            <a:srcRect t="84279"/>
            <a:stretch/>
          </p:blipFill>
          <p:spPr>
            <a:xfrm>
              <a:off x="152400" y="2491422"/>
              <a:ext cx="8839199" cy="200825"/>
            </a:xfrm>
            <a:prstGeom prst="rect">
              <a:avLst/>
            </a:prstGeom>
            <a:noFill/>
            <a:ln>
              <a:noFill/>
            </a:ln>
          </p:spPr>
        </p:pic>
        <p:pic>
          <p:nvPicPr>
            <p:cNvPr id="689" name="Google Shape;689;p63"/>
            <p:cNvPicPr preferRelativeResize="0"/>
            <p:nvPr/>
          </p:nvPicPr>
          <p:blipFill>
            <a:blip r:embed="rId3">
              <a:alphaModFix/>
            </a:blip>
            <a:stretch>
              <a:fillRect/>
            </a:stretch>
          </p:blipFill>
          <p:spPr>
            <a:xfrm>
              <a:off x="152400" y="245600"/>
              <a:ext cx="8839199" cy="2263025"/>
            </a:xfrm>
            <a:prstGeom prst="rect">
              <a:avLst/>
            </a:prstGeom>
            <a:noFill/>
            <a:ln>
              <a:noFill/>
            </a:ln>
          </p:spPr>
        </p:pic>
        <p:pic>
          <p:nvPicPr>
            <p:cNvPr id="690" name="Google Shape;690;p63"/>
            <p:cNvPicPr preferRelativeResize="0"/>
            <p:nvPr/>
          </p:nvPicPr>
          <p:blipFill rotWithShape="1">
            <a:blip r:embed="rId4">
              <a:alphaModFix/>
            </a:blip>
            <a:srcRect t="84911"/>
            <a:stretch/>
          </p:blipFill>
          <p:spPr>
            <a:xfrm>
              <a:off x="152400" y="2405350"/>
              <a:ext cx="1731950" cy="286900"/>
            </a:xfrm>
            <a:prstGeom prst="rect">
              <a:avLst/>
            </a:prstGeom>
            <a:noFill/>
            <a:ln>
              <a:noFill/>
            </a:ln>
          </p:spPr>
        </p:pic>
      </p:grpSp>
      <p:sp>
        <p:nvSpPr>
          <p:cNvPr id="691" name="Google Shape;691;p63"/>
          <p:cNvSpPr/>
          <p:nvPr/>
        </p:nvSpPr>
        <p:spPr>
          <a:xfrm>
            <a:off x="166816" y="57375"/>
            <a:ext cx="8926200" cy="633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400" b="1">
                <a:solidFill>
                  <a:srgbClr val="FFFFFF"/>
                </a:solidFill>
                <a:latin typeface="Roboto"/>
                <a:ea typeface="Roboto"/>
                <a:cs typeface="Roboto"/>
                <a:sym typeface="Roboto"/>
              </a:rPr>
              <a:t>Data Cleaning &amp; Preprocessing</a:t>
            </a:r>
            <a:endParaRPr sz="5100">
              <a:solidFill>
                <a:schemeClr val="accent2"/>
              </a:solidFill>
              <a:latin typeface="Archivo ExtraBold"/>
              <a:ea typeface="Archivo ExtraBold"/>
              <a:cs typeface="Archivo ExtraBold"/>
              <a:sym typeface="Archivo ExtraBold"/>
            </a:endParaRPr>
          </a:p>
        </p:txBody>
      </p:sp>
      <p:sp>
        <p:nvSpPr>
          <p:cNvPr id="692" name="Google Shape;692;p63"/>
          <p:cNvSpPr txBox="1"/>
          <p:nvPr/>
        </p:nvSpPr>
        <p:spPr>
          <a:xfrm>
            <a:off x="0" y="3364475"/>
            <a:ext cx="9144000" cy="4464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endParaRPr sz="1700" b="1">
              <a:solidFill>
                <a:schemeClr val="dk1"/>
              </a:solidFill>
              <a:latin typeface="Comic Sans MS"/>
              <a:ea typeface="Comic Sans MS"/>
              <a:cs typeface="Comic Sans MS"/>
              <a:sym typeface="Comic Sans MS"/>
            </a:endParaRPr>
          </a:p>
        </p:txBody>
      </p:sp>
      <p:pic>
        <p:nvPicPr>
          <p:cNvPr id="693" name="Google Shape;693;p63"/>
          <p:cNvPicPr preferRelativeResize="0"/>
          <p:nvPr/>
        </p:nvPicPr>
        <p:blipFill rotWithShape="1">
          <a:blip r:embed="rId5">
            <a:alphaModFix/>
          </a:blip>
          <a:srcRect t="57292" r="38961"/>
          <a:stretch/>
        </p:blipFill>
        <p:spPr>
          <a:xfrm>
            <a:off x="4064331" y="1638200"/>
            <a:ext cx="4941699" cy="1867125"/>
          </a:xfrm>
          <a:prstGeom prst="rect">
            <a:avLst/>
          </a:prstGeom>
          <a:noFill/>
          <a:ln>
            <a:noFill/>
          </a:ln>
        </p:spPr>
      </p:pic>
      <p:sp>
        <p:nvSpPr>
          <p:cNvPr id="694" name="Google Shape;694;p63"/>
          <p:cNvSpPr txBox="1"/>
          <p:nvPr/>
        </p:nvSpPr>
        <p:spPr>
          <a:xfrm>
            <a:off x="166825" y="4256100"/>
            <a:ext cx="8407800" cy="1020300"/>
          </a:xfrm>
          <a:prstGeom prst="rect">
            <a:avLst/>
          </a:prstGeom>
          <a:noFill/>
          <a:ln>
            <a:noFill/>
          </a:ln>
        </p:spPr>
        <p:txBody>
          <a:bodyPr spcFirstLastPara="1" wrap="square" lIns="91425" tIns="91425" rIns="91425" bIns="91425" anchor="t" anchorCtr="0">
            <a:spAutoFit/>
          </a:bodyPr>
          <a:lstStyle/>
          <a:p>
            <a:pPr marL="304800" marR="1320800" lvl="0" indent="0" algn="l" rtl="0">
              <a:lnSpc>
                <a:spcPct val="153000"/>
              </a:lnSpc>
              <a:spcBef>
                <a:spcPts val="0"/>
              </a:spcBef>
              <a:spcAft>
                <a:spcPts val="0"/>
              </a:spcAft>
              <a:buNone/>
            </a:pPr>
            <a:r>
              <a:rPr lang="en" b="1">
                <a:solidFill>
                  <a:srgbClr val="07071B"/>
                </a:solidFill>
                <a:highlight>
                  <a:srgbClr val="FFD966"/>
                </a:highlight>
                <a:latin typeface="Comic Sans MS"/>
                <a:ea typeface="Comic Sans MS"/>
                <a:cs typeface="Comic Sans MS"/>
                <a:sym typeface="Comic Sans MS"/>
              </a:rPr>
              <a:t>Data Quality:</a:t>
            </a:r>
            <a:r>
              <a:rPr lang="en" b="1">
                <a:solidFill>
                  <a:srgbClr val="07071B"/>
                </a:solidFill>
                <a:latin typeface="Comic Sans MS"/>
                <a:ea typeface="Comic Sans MS"/>
                <a:cs typeface="Comic Sans MS"/>
                <a:sym typeface="Comic Sans MS"/>
              </a:rPr>
              <a:t> </a:t>
            </a:r>
            <a:r>
              <a:rPr lang="en" sz="1200">
                <a:solidFill>
                  <a:srgbClr val="07071B"/>
                </a:solidFill>
                <a:latin typeface="Comic Sans MS"/>
                <a:ea typeface="Comic Sans MS"/>
                <a:cs typeface="Comic Sans MS"/>
                <a:sym typeface="Comic Sans MS"/>
              </a:rPr>
              <a:t>No missing values and duplicates. All Columns are complete and ready for analysis.</a:t>
            </a:r>
            <a:endParaRPr sz="1200">
              <a:latin typeface="Comic Sans MS"/>
              <a:ea typeface="Comic Sans MS"/>
              <a:cs typeface="Comic Sans MS"/>
              <a:sym typeface="Comic Sans MS"/>
            </a:endParaRPr>
          </a:p>
          <a:p>
            <a:pPr marL="0" marR="1320800" lvl="0" indent="0" algn="l" rtl="0">
              <a:lnSpc>
                <a:spcPct val="158000"/>
              </a:lnSpc>
              <a:spcBef>
                <a:spcPts val="300"/>
              </a:spcBef>
              <a:spcAft>
                <a:spcPts val="0"/>
              </a:spcAft>
              <a:buNone/>
            </a:pPr>
            <a:endParaRPr sz="1200">
              <a:latin typeface="Comic Sans MS"/>
              <a:ea typeface="Comic Sans MS"/>
              <a:cs typeface="Comic Sans MS"/>
              <a:sym typeface="Comic Sans M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64"/>
          <p:cNvSpPr txBox="1">
            <a:spLocks noGrp="1"/>
          </p:cNvSpPr>
          <p:nvPr>
            <p:ph type="title"/>
          </p:nvPr>
        </p:nvSpPr>
        <p:spPr>
          <a:xfrm>
            <a:off x="306645" y="167450"/>
            <a:ext cx="7905600" cy="32841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400" b="1">
                <a:solidFill>
                  <a:srgbClr val="07071B"/>
                </a:solidFill>
                <a:latin typeface="Comic Sans MS"/>
                <a:ea typeface="Comic Sans MS"/>
                <a:cs typeface="Comic Sans MS"/>
                <a:sym typeface="Comic Sans MS"/>
              </a:rPr>
              <a:t>Preprocessing Steps:</a:t>
            </a:r>
            <a:endParaRPr sz="1400" b="1">
              <a:solidFill>
                <a:srgbClr val="07071B"/>
              </a:solidFill>
              <a:latin typeface="Comic Sans MS"/>
              <a:ea typeface="Comic Sans MS"/>
              <a:cs typeface="Comic Sans MS"/>
              <a:sym typeface="Comic Sans MS"/>
            </a:endParaRPr>
          </a:p>
          <a:p>
            <a:pPr marL="457200" lvl="0" indent="-317500" algn="l" rtl="0">
              <a:lnSpc>
                <a:spcPct val="115000"/>
              </a:lnSpc>
              <a:spcBef>
                <a:spcPts val="1200"/>
              </a:spcBef>
              <a:spcAft>
                <a:spcPts val="0"/>
              </a:spcAft>
              <a:buClr>
                <a:srgbClr val="07071B"/>
              </a:buClr>
              <a:buSzPts val="1400"/>
              <a:buFont typeface="Comic Sans MS"/>
              <a:buChar char="●"/>
            </a:pPr>
            <a:r>
              <a:rPr lang="en" sz="1400">
                <a:solidFill>
                  <a:srgbClr val="07071B"/>
                </a:solidFill>
                <a:latin typeface="Comic Sans MS"/>
                <a:ea typeface="Comic Sans MS"/>
                <a:cs typeface="Comic Sans MS"/>
                <a:sym typeface="Comic Sans MS"/>
              </a:rPr>
              <a:t>Missing value handling using imputation</a:t>
            </a:r>
            <a:br>
              <a:rPr lang="en" sz="1400">
                <a:solidFill>
                  <a:srgbClr val="07071B"/>
                </a:solidFill>
                <a:latin typeface="Comic Sans MS"/>
                <a:ea typeface="Comic Sans MS"/>
                <a:cs typeface="Comic Sans MS"/>
                <a:sym typeface="Comic Sans MS"/>
              </a:rPr>
            </a:br>
            <a:endParaRPr sz="1400">
              <a:solidFill>
                <a:srgbClr val="07071B"/>
              </a:solidFill>
              <a:latin typeface="Comic Sans MS"/>
              <a:ea typeface="Comic Sans MS"/>
              <a:cs typeface="Comic Sans MS"/>
              <a:sym typeface="Comic Sans MS"/>
            </a:endParaRPr>
          </a:p>
          <a:p>
            <a:pPr marL="457200" lvl="0" indent="-317500" algn="l" rtl="0">
              <a:lnSpc>
                <a:spcPct val="115000"/>
              </a:lnSpc>
              <a:spcBef>
                <a:spcPts val="0"/>
              </a:spcBef>
              <a:spcAft>
                <a:spcPts val="0"/>
              </a:spcAft>
              <a:buClr>
                <a:srgbClr val="07071B"/>
              </a:buClr>
              <a:buSzPts val="1400"/>
              <a:buFont typeface="Comic Sans MS"/>
              <a:buChar char="●"/>
            </a:pPr>
            <a:r>
              <a:rPr lang="en" sz="1400">
                <a:solidFill>
                  <a:srgbClr val="07071B"/>
                </a:solidFill>
                <a:latin typeface="Comic Sans MS"/>
                <a:ea typeface="Comic Sans MS"/>
                <a:cs typeface="Comic Sans MS"/>
                <a:sym typeface="Comic Sans MS"/>
              </a:rPr>
              <a:t>Feature scaling using StandardScaler</a:t>
            </a:r>
            <a:br>
              <a:rPr lang="en" sz="1400">
                <a:solidFill>
                  <a:srgbClr val="07071B"/>
                </a:solidFill>
                <a:latin typeface="Comic Sans MS"/>
                <a:ea typeface="Comic Sans MS"/>
                <a:cs typeface="Comic Sans MS"/>
                <a:sym typeface="Comic Sans MS"/>
              </a:rPr>
            </a:br>
            <a:endParaRPr sz="1400">
              <a:solidFill>
                <a:srgbClr val="07071B"/>
              </a:solidFill>
              <a:latin typeface="Comic Sans MS"/>
              <a:ea typeface="Comic Sans MS"/>
              <a:cs typeface="Comic Sans MS"/>
              <a:sym typeface="Comic Sans MS"/>
            </a:endParaRPr>
          </a:p>
          <a:p>
            <a:pPr marL="457200" lvl="0" indent="-317500" algn="l" rtl="0">
              <a:lnSpc>
                <a:spcPct val="115000"/>
              </a:lnSpc>
              <a:spcBef>
                <a:spcPts val="0"/>
              </a:spcBef>
              <a:spcAft>
                <a:spcPts val="0"/>
              </a:spcAft>
              <a:buClr>
                <a:srgbClr val="07071B"/>
              </a:buClr>
              <a:buSzPts val="1400"/>
              <a:buFont typeface="Comic Sans MS"/>
              <a:buChar char="●"/>
            </a:pPr>
            <a:r>
              <a:rPr lang="en" sz="1400">
                <a:solidFill>
                  <a:srgbClr val="07071B"/>
                </a:solidFill>
                <a:latin typeface="Comic Sans MS"/>
                <a:ea typeface="Comic Sans MS"/>
                <a:cs typeface="Comic Sans MS"/>
                <a:sym typeface="Comic Sans MS"/>
              </a:rPr>
              <a:t>Categorical encoding using OneHotEncoder</a:t>
            </a:r>
            <a:br>
              <a:rPr lang="en" sz="1400">
                <a:solidFill>
                  <a:srgbClr val="07071B"/>
                </a:solidFill>
                <a:latin typeface="Comic Sans MS"/>
                <a:ea typeface="Comic Sans MS"/>
                <a:cs typeface="Comic Sans MS"/>
                <a:sym typeface="Comic Sans MS"/>
              </a:rPr>
            </a:br>
            <a:endParaRPr sz="1400">
              <a:solidFill>
                <a:srgbClr val="07071B"/>
              </a:solidFill>
              <a:latin typeface="Comic Sans MS"/>
              <a:ea typeface="Comic Sans MS"/>
              <a:cs typeface="Comic Sans MS"/>
              <a:sym typeface="Comic Sans MS"/>
            </a:endParaRPr>
          </a:p>
          <a:p>
            <a:pPr marL="457200" lvl="0" indent="-317500" algn="l" rtl="0">
              <a:lnSpc>
                <a:spcPct val="115000"/>
              </a:lnSpc>
              <a:spcBef>
                <a:spcPts val="0"/>
              </a:spcBef>
              <a:spcAft>
                <a:spcPts val="0"/>
              </a:spcAft>
              <a:buClr>
                <a:srgbClr val="07071B"/>
              </a:buClr>
              <a:buSzPts val="1400"/>
              <a:buFont typeface="Comic Sans MS"/>
              <a:buChar char="●"/>
            </a:pPr>
            <a:r>
              <a:rPr lang="en" sz="1400">
                <a:solidFill>
                  <a:srgbClr val="07071B"/>
                </a:solidFill>
                <a:latin typeface="Comic Sans MS"/>
                <a:ea typeface="Comic Sans MS"/>
                <a:cs typeface="Comic Sans MS"/>
                <a:sym typeface="Comic Sans MS"/>
              </a:rPr>
              <a:t>Train–test split</a:t>
            </a:r>
            <a:endParaRPr sz="1400">
              <a:solidFill>
                <a:srgbClr val="07071B"/>
              </a:solidFill>
              <a:latin typeface="Comic Sans MS"/>
              <a:ea typeface="Comic Sans MS"/>
              <a:cs typeface="Comic Sans MS"/>
              <a:sym typeface="Comic Sans MS"/>
            </a:endParaRPr>
          </a:p>
          <a:p>
            <a:pPr marL="0" lvl="0" indent="0" algn="l" rtl="0">
              <a:lnSpc>
                <a:spcPct val="115000"/>
              </a:lnSpc>
              <a:spcBef>
                <a:spcPts val="1200"/>
              </a:spcBef>
              <a:spcAft>
                <a:spcPts val="0"/>
              </a:spcAft>
              <a:buNone/>
            </a:pPr>
            <a:r>
              <a:rPr lang="en" sz="1400" b="1">
                <a:solidFill>
                  <a:srgbClr val="07071B"/>
                </a:solidFill>
                <a:latin typeface="Comic Sans MS"/>
                <a:ea typeface="Comic Sans MS"/>
                <a:cs typeface="Comic Sans MS"/>
                <a:sym typeface="Comic Sans MS"/>
              </a:rPr>
              <a:t>Pipeline Approach:</a:t>
            </a:r>
            <a:endParaRPr sz="1400" b="1">
              <a:solidFill>
                <a:srgbClr val="07071B"/>
              </a:solidFill>
              <a:latin typeface="Comic Sans MS"/>
              <a:ea typeface="Comic Sans MS"/>
              <a:cs typeface="Comic Sans MS"/>
              <a:sym typeface="Comic Sans MS"/>
            </a:endParaRPr>
          </a:p>
          <a:p>
            <a:pPr marL="457200" lvl="0" indent="-317500" algn="l" rtl="0">
              <a:lnSpc>
                <a:spcPct val="115000"/>
              </a:lnSpc>
              <a:spcBef>
                <a:spcPts val="1200"/>
              </a:spcBef>
              <a:spcAft>
                <a:spcPts val="0"/>
              </a:spcAft>
              <a:buClr>
                <a:srgbClr val="07071B"/>
              </a:buClr>
              <a:buSzPts val="1400"/>
              <a:buFont typeface="Comic Sans MS"/>
              <a:buChar char="●"/>
            </a:pPr>
            <a:r>
              <a:rPr lang="en" sz="1400">
                <a:solidFill>
                  <a:srgbClr val="07071B"/>
                </a:solidFill>
                <a:latin typeface="Comic Sans MS"/>
                <a:ea typeface="Comic Sans MS"/>
                <a:cs typeface="Comic Sans MS"/>
                <a:sym typeface="Comic Sans MS"/>
              </a:rPr>
              <a:t>Ensures consistency</a:t>
            </a:r>
            <a:endParaRPr sz="1400">
              <a:solidFill>
                <a:srgbClr val="07071B"/>
              </a:solidFill>
              <a:latin typeface="Comic Sans MS"/>
              <a:ea typeface="Comic Sans MS"/>
              <a:cs typeface="Comic Sans MS"/>
              <a:sym typeface="Comic Sans MS"/>
            </a:endParaRPr>
          </a:p>
          <a:p>
            <a:pPr marL="457200" lvl="0" indent="-317500" algn="l" rtl="0">
              <a:lnSpc>
                <a:spcPct val="115000"/>
              </a:lnSpc>
              <a:spcBef>
                <a:spcPts val="0"/>
              </a:spcBef>
              <a:spcAft>
                <a:spcPts val="0"/>
              </a:spcAft>
              <a:buClr>
                <a:srgbClr val="07071B"/>
              </a:buClr>
              <a:buSzPts val="1400"/>
              <a:buFont typeface="Comic Sans MS"/>
              <a:buChar char="●"/>
            </a:pPr>
            <a:r>
              <a:rPr lang="en" sz="1400">
                <a:solidFill>
                  <a:srgbClr val="07071B"/>
                </a:solidFill>
                <a:latin typeface="Comic Sans MS"/>
                <a:ea typeface="Comic Sans MS"/>
                <a:cs typeface="Comic Sans MS"/>
                <a:sym typeface="Comic Sans MS"/>
              </a:rPr>
              <a:t>Prevents data leakage</a:t>
            </a:r>
            <a:endParaRPr sz="1400">
              <a:solidFill>
                <a:srgbClr val="07071B"/>
              </a:solidFill>
              <a:latin typeface="Comic Sans MS"/>
              <a:ea typeface="Comic Sans MS"/>
              <a:cs typeface="Comic Sans MS"/>
              <a:sym typeface="Comic Sans MS"/>
            </a:endParaRPr>
          </a:p>
          <a:p>
            <a:pPr marL="0" lvl="0" indent="0" algn="just" rtl="0">
              <a:spcBef>
                <a:spcPts val="1200"/>
              </a:spcBef>
              <a:spcAft>
                <a:spcPts val="0"/>
              </a:spcAft>
              <a:buNone/>
            </a:pPr>
            <a:r>
              <a:rPr lang="en" sz="1500">
                <a:solidFill>
                  <a:srgbClr val="07071B"/>
                </a:solidFill>
                <a:latin typeface="Comic Sans MS"/>
                <a:ea typeface="Comic Sans MS"/>
                <a:cs typeface="Comic Sans MS"/>
                <a:sym typeface="Comic Sans MS"/>
              </a:rPr>
              <a:t>In this step, I prepared data for Machine Learning using Scikit-Learn Pipelines. Numerical features were scaled using Standard Scaler, while categorical features were converted using One-Hot Encoding. ColumnTransformer ensures that each feature type is processed correctly in one unified pipelines, making the work clean, efficient and reusable.</a:t>
            </a:r>
            <a:endParaRPr sz="1500">
              <a:solidFill>
                <a:srgbClr val="07071B"/>
              </a:solidFill>
              <a:latin typeface="Comic Sans MS"/>
              <a:ea typeface="Comic Sans MS"/>
              <a:cs typeface="Comic Sans MS"/>
              <a:sym typeface="Comic Sans MS"/>
            </a:endParaRPr>
          </a:p>
          <a:p>
            <a:pPr marL="0" lvl="0" indent="0" algn="l" rtl="0">
              <a:lnSpc>
                <a:spcPct val="115000"/>
              </a:lnSpc>
              <a:spcBef>
                <a:spcPts val="1200"/>
              </a:spcBef>
              <a:spcAft>
                <a:spcPts val="0"/>
              </a:spcAft>
              <a:buNone/>
            </a:pPr>
            <a:endParaRPr sz="1500">
              <a:solidFill>
                <a:srgbClr val="07071B"/>
              </a:solidFill>
              <a:latin typeface="Comic Sans MS"/>
              <a:ea typeface="Comic Sans MS"/>
              <a:cs typeface="Comic Sans MS"/>
              <a:sym typeface="Comic Sans MS"/>
            </a:endParaRPr>
          </a:p>
          <a:p>
            <a:pPr marL="0" lvl="0" indent="0" algn="ctr" rtl="0">
              <a:spcBef>
                <a:spcPts val="1200"/>
              </a:spcBef>
              <a:spcAft>
                <a:spcPts val="0"/>
              </a:spcAft>
              <a:buNone/>
            </a:pPr>
            <a:endParaRPr sz="1400">
              <a:solidFill>
                <a:srgbClr val="07071B"/>
              </a:solidFill>
              <a:latin typeface="Comic Sans MS"/>
              <a:ea typeface="Comic Sans MS"/>
              <a:cs typeface="Comic Sans MS"/>
              <a:sym typeface="Comic Sans MS"/>
            </a:endParaRPr>
          </a:p>
        </p:txBody>
      </p:sp>
      <p:pic>
        <p:nvPicPr>
          <p:cNvPr id="700" name="Google Shape;700;p64"/>
          <p:cNvPicPr preferRelativeResize="0"/>
          <p:nvPr/>
        </p:nvPicPr>
        <p:blipFill>
          <a:blip r:embed="rId3">
            <a:alphaModFix/>
          </a:blip>
          <a:stretch>
            <a:fillRect/>
          </a:stretch>
        </p:blipFill>
        <p:spPr>
          <a:xfrm>
            <a:off x="4459378" y="297940"/>
            <a:ext cx="4535352" cy="30991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705" name="Google Shape;705;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12</a:t>
            </a:fld>
            <a:endParaRPr/>
          </a:p>
        </p:txBody>
      </p:sp>
      <p:sp>
        <p:nvSpPr>
          <p:cNvPr id="706" name="Google Shape;706;p65"/>
          <p:cNvSpPr/>
          <p:nvPr/>
        </p:nvSpPr>
        <p:spPr>
          <a:xfrm rot="-150361">
            <a:off x="1430802" y="1012559"/>
            <a:ext cx="7211096" cy="1460885"/>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400" b="1">
                <a:solidFill>
                  <a:srgbClr val="FFFFFF"/>
                </a:solidFill>
                <a:latin typeface="Roboto"/>
                <a:ea typeface="Roboto"/>
                <a:cs typeface="Roboto"/>
                <a:sym typeface="Roboto"/>
              </a:rPr>
              <a:t>Data Splitting</a:t>
            </a:r>
            <a:endParaRPr sz="5800">
              <a:solidFill>
                <a:schemeClr val="accent2"/>
              </a:solidFill>
              <a:latin typeface="Archivo ExtraBold"/>
              <a:ea typeface="Archivo ExtraBold"/>
              <a:cs typeface="Archivo ExtraBold"/>
              <a:sym typeface="Archivo ExtraBold"/>
            </a:endParaRPr>
          </a:p>
        </p:txBody>
      </p:sp>
      <p:sp>
        <p:nvSpPr>
          <p:cNvPr id="707" name="Google Shape;707;p65"/>
          <p:cNvSpPr/>
          <p:nvPr/>
        </p:nvSpPr>
        <p:spPr>
          <a:xfrm rot="249071">
            <a:off x="4367123" y="2494559"/>
            <a:ext cx="2726954" cy="1112032"/>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accent1"/>
                </a:solidFill>
                <a:latin typeface="Archivo ExtraBold"/>
                <a:ea typeface="Archivo ExtraBold"/>
                <a:cs typeface="Archivo ExtraBold"/>
                <a:sym typeface="Archivo ExtraBold"/>
              </a:rPr>
              <a:t>DS</a:t>
            </a:r>
            <a:endParaRPr sz="5600">
              <a:solidFill>
                <a:schemeClr val="accent1"/>
              </a:solidFill>
              <a:latin typeface="Archivo ExtraBold"/>
              <a:ea typeface="Archivo ExtraBold"/>
              <a:cs typeface="Archivo ExtraBold"/>
              <a:sym typeface="Archivo Extra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p66"/>
          <p:cNvSpPr txBox="1">
            <a:spLocks noGrp="1"/>
          </p:cNvSpPr>
          <p:nvPr>
            <p:ph type="title"/>
          </p:nvPr>
        </p:nvSpPr>
        <p:spPr>
          <a:xfrm>
            <a:off x="306650" y="167450"/>
            <a:ext cx="4077900" cy="43425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2000" b="1">
                <a:solidFill>
                  <a:srgbClr val="07071B"/>
                </a:solidFill>
                <a:latin typeface="Comic Sans MS"/>
                <a:ea typeface="Comic Sans MS"/>
                <a:cs typeface="Comic Sans MS"/>
                <a:sym typeface="Comic Sans MS"/>
              </a:rPr>
              <a:t>Data Splitting:</a:t>
            </a:r>
            <a:endParaRPr sz="2000" b="1">
              <a:solidFill>
                <a:srgbClr val="07071B"/>
              </a:solidFill>
              <a:latin typeface="Comic Sans MS"/>
              <a:ea typeface="Comic Sans MS"/>
              <a:cs typeface="Comic Sans MS"/>
              <a:sym typeface="Comic Sans MS"/>
            </a:endParaRPr>
          </a:p>
          <a:p>
            <a:pPr marL="457200" lvl="0" indent="-330200" algn="l" rtl="0">
              <a:lnSpc>
                <a:spcPct val="115000"/>
              </a:lnSpc>
              <a:spcBef>
                <a:spcPts val="1200"/>
              </a:spcBef>
              <a:spcAft>
                <a:spcPts val="0"/>
              </a:spcAft>
              <a:buClr>
                <a:srgbClr val="07071B"/>
              </a:buClr>
              <a:buSzPts val="1600"/>
              <a:buFont typeface="Comic Sans MS"/>
              <a:buChar char="●"/>
            </a:pPr>
            <a:r>
              <a:rPr lang="en" sz="1600">
                <a:solidFill>
                  <a:srgbClr val="000000"/>
                </a:solidFill>
                <a:latin typeface="Comic Sans MS"/>
                <a:ea typeface="Comic Sans MS"/>
                <a:cs typeface="Comic Sans MS"/>
                <a:sym typeface="Comic Sans MS"/>
              </a:rPr>
              <a:t>The data must be split into independent training and testing sets. This technique is known as Holdout Cross-Validation. </a:t>
            </a:r>
            <a:endParaRPr sz="1600">
              <a:solidFill>
                <a:srgbClr val="000000"/>
              </a:solidFill>
              <a:latin typeface="Comic Sans MS"/>
              <a:ea typeface="Comic Sans MS"/>
              <a:cs typeface="Comic Sans MS"/>
              <a:sym typeface="Comic Sans MS"/>
            </a:endParaRPr>
          </a:p>
          <a:p>
            <a:pPr marL="457200" lvl="0" indent="-330200" algn="l" rtl="0">
              <a:lnSpc>
                <a:spcPct val="115000"/>
              </a:lnSpc>
              <a:spcBef>
                <a:spcPts val="0"/>
              </a:spcBef>
              <a:spcAft>
                <a:spcPts val="0"/>
              </a:spcAft>
              <a:buClr>
                <a:srgbClr val="07071B"/>
              </a:buClr>
              <a:buSzPts val="1600"/>
              <a:buFont typeface="Comic Sans MS"/>
              <a:buChar char="●"/>
            </a:pPr>
            <a:r>
              <a:rPr lang="en" sz="1600">
                <a:solidFill>
                  <a:srgbClr val="000000"/>
                </a:solidFill>
                <a:latin typeface="Comic Sans MS"/>
                <a:ea typeface="Comic Sans MS"/>
                <a:cs typeface="Comic Sans MS"/>
                <a:sym typeface="Comic Sans MS"/>
              </a:rPr>
              <a:t>This prevents data leakage and gives a realistic estimate of performance on new, unseen data.</a:t>
            </a:r>
            <a:endParaRPr sz="1600">
              <a:solidFill>
                <a:srgbClr val="07071B"/>
              </a:solidFill>
              <a:latin typeface="Comic Sans MS"/>
              <a:ea typeface="Comic Sans MS"/>
              <a:cs typeface="Comic Sans MS"/>
              <a:sym typeface="Comic Sans MS"/>
            </a:endParaRPr>
          </a:p>
          <a:p>
            <a:pPr marL="457200" lvl="0" indent="-330200" algn="l" rtl="0">
              <a:lnSpc>
                <a:spcPct val="115000"/>
              </a:lnSpc>
              <a:spcBef>
                <a:spcPts val="0"/>
              </a:spcBef>
              <a:spcAft>
                <a:spcPts val="0"/>
              </a:spcAft>
              <a:buClr>
                <a:srgbClr val="07071B"/>
              </a:buClr>
              <a:buSzPts val="1600"/>
              <a:buFont typeface="Comic Sans MS"/>
              <a:buChar char="●"/>
            </a:pPr>
            <a:r>
              <a:rPr lang="en" sz="1600">
                <a:solidFill>
                  <a:srgbClr val="000000"/>
                </a:solidFill>
                <a:latin typeface="Comic Sans MS"/>
                <a:ea typeface="Comic Sans MS"/>
                <a:cs typeface="Comic Sans MS"/>
                <a:sym typeface="Comic Sans MS"/>
              </a:rPr>
              <a:t>The</a:t>
            </a:r>
            <a:r>
              <a:rPr lang="en" sz="1600">
                <a:solidFill>
                  <a:srgbClr val="07071B"/>
                </a:solidFill>
                <a:latin typeface="Comic Sans MS"/>
                <a:ea typeface="Comic Sans MS"/>
                <a:cs typeface="Comic Sans MS"/>
                <a:sym typeface="Comic Sans MS"/>
              </a:rPr>
              <a:t> target variable (Energy Consumption) is separated from the feature set (X).</a:t>
            </a:r>
            <a:endParaRPr sz="1600">
              <a:solidFill>
                <a:srgbClr val="07071B"/>
              </a:solidFill>
              <a:latin typeface="Comic Sans MS"/>
              <a:ea typeface="Comic Sans MS"/>
              <a:cs typeface="Comic Sans MS"/>
              <a:sym typeface="Comic Sans MS"/>
            </a:endParaRPr>
          </a:p>
          <a:p>
            <a:pPr marL="457200" lvl="0" indent="-330200" algn="l" rtl="0">
              <a:lnSpc>
                <a:spcPct val="115000"/>
              </a:lnSpc>
              <a:spcBef>
                <a:spcPts val="0"/>
              </a:spcBef>
              <a:spcAft>
                <a:spcPts val="0"/>
              </a:spcAft>
              <a:buClr>
                <a:srgbClr val="07071B"/>
              </a:buClr>
              <a:buSzPts val="1600"/>
              <a:buFont typeface="Comic Sans MS"/>
              <a:buChar char="●"/>
            </a:pPr>
            <a:r>
              <a:rPr lang="en" sz="1600">
                <a:solidFill>
                  <a:srgbClr val="07071B"/>
                </a:solidFill>
                <a:latin typeface="Comic Sans MS"/>
                <a:ea typeface="Comic Sans MS"/>
                <a:cs typeface="Comic Sans MS"/>
                <a:sym typeface="Comic Sans MS"/>
              </a:rPr>
              <a:t>The dataset is partitioned into 80% for training and 20% for testing. A random_state is set to ensure the split is reproducible.</a:t>
            </a:r>
            <a:endParaRPr sz="1600">
              <a:solidFill>
                <a:srgbClr val="07071B"/>
              </a:solidFill>
              <a:latin typeface="Comic Sans MS"/>
              <a:ea typeface="Comic Sans MS"/>
              <a:cs typeface="Comic Sans MS"/>
              <a:sym typeface="Comic Sans MS"/>
            </a:endParaRPr>
          </a:p>
          <a:p>
            <a:pPr marL="457200" lvl="0" indent="0" algn="l" rtl="0">
              <a:lnSpc>
                <a:spcPct val="115000"/>
              </a:lnSpc>
              <a:spcBef>
                <a:spcPts val="1200"/>
              </a:spcBef>
              <a:spcAft>
                <a:spcPts val="1200"/>
              </a:spcAft>
              <a:buNone/>
            </a:pPr>
            <a:endParaRPr sz="1700">
              <a:solidFill>
                <a:srgbClr val="07071B"/>
              </a:solidFill>
              <a:latin typeface="Comic Sans MS"/>
              <a:ea typeface="Comic Sans MS"/>
              <a:cs typeface="Comic Sans MS"/>
              <a:sym typeface="Comic Sans MS"/>
            </a:endParaRPr>
          </a:p>
        </p:txBody>
      </p:sp>
      <p:pic>
        <p:nvPicPr>
          <p:cNvPr id="713" name="Google Shape;713;p66"/>
          <p:cNvPicPr preferRelativeResize="0"/>
          <p:nvPr/>
        </p:nvPicPr>
        <p:blipFill>
          <a:blip r:embed="rId3">
            <a:alphaModFix/>
          </a:blip>
          <a:stretch>
            <a:fillRect/>
          </a:stretch>
        </p:blipFill>
        <p:spPr>
          <a:xfrm>
            <a:off x="5307788" y="2200375"/>
            <a:ext cx="3499775" cy="1852375"/>
          </a:xfrm>
          <a:prstGeom prst="rect">
            <a:avLst/>
          </a:prstGeom>
          <a:noFill/>
          <a:ln>
            <a:noFill/>
          </a:ln>
        </p:spPr>
      </p:pic>
      <p:pic>
        <p:nvPicPr>
          <p:cNvPr id="714" name="Google Shape;714;p66"/>
          <p:cNvPicPr preferRelativeResize="0"/>
          <p:nvPr/>
        </p:nvPicPr>
        <p:blipFill>
          <a:blip r:embed="rId4">
            <a:alphaModFix/>
          </a:blip>
          <a:stretch>
            <a:fillRect/>
          </a:stretch>
        </p:blipFill>
        <p:spPr>
          <a:xfrm>
            <a:off x="5363975" y="799000"/>
            <a:ext cx="3387400" cy="1325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14</a:t>
            </a:fld>
            <a:endParaRPr/>
          </a:p>
        </p:txBody>
      </p:sp>
      <p:sp>
        <p:nvSpPr>
          <p:cNvPr id="720" name="Google Shape;720;p67"/>
          <p:cNvSpPr/>
          <p:nvPr/>
        </p:nvSpPr>
        <p:spPr>
          <a:xfrm rot="-150361">
            <a:off x="1429751" y="1160164"/>
            <a:ext cx="7211096" cy="1111963"/>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400" b="1">
                <a:solidFill>
                  <a:srgbClr val="FFFFFF"/>
                </a:solidFill>
                <a:latin typeface="Roboto"/>
                <a:ea typeface="Roboto"/>
                <a:cs typeface="Roboto"/>
                <a:sym typeface="Roboto"/>
              </a:rPr>
              <a:t>Exploratory Data Analysis</a:t>
            </a:r>
            <a:endParaRPr sz="5800">
              <a:solidFill>
                <a:schemeClr val="accent2"/>
              </a:solidFill>
              <a:latin typeface="Archivo ExtraBold"/>
              <a:ea typeface="Archivo ExtraBold"/>
              <a:cs typeface="Archivo ExtraBold"/>
              <a:sym typeface="Archivo ExtraBold"/>
            </a:endParaRPr>
          </a:p>
        </p:txBody>
      </p:sp>
      <p:sp>
        <p:nvSpPr>
          <p:cNvPr id="721" name="Google Shape;721;p67"/>
          <p:cNvSpPr/>
          <p:nvPr/>
        </p:nvSpPr>
        <p:spPr>
          <a:xfrm rot="249226">
            <a:off x="4367917" y="2472659"/>
            <a:ext cx="2120570" cy="1112032"/>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accent1"/>
                </a:solidFill>
                <a:latin typeface="Archivo ExtraBold"/>
                <a:ea typeface="Archivo ExtraBold"/>
                <a:cs typeface="Archivo ExtraBold"/>
                <a:sym typeface="Archivo ExtraBold"/>
              </a:rPr>
              <a:t>EDA</a:t>
            </a:r>
            <a:endParaRPr sz="5600">
              <a:solidFill>
                <a:schemeClr val="accent1"/>
              </a:solidFill>
              <a:latin typeface="Archivo ExtraBold"/>
              <a:ea typeface="Archivo ExtraBold"/>
              <a:cs typeface="Archivo ExtraBold"/>
              <a:sym typeface="Archivo ExtraBo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68"/>
          <p:cNvSpPr txBox="1">
            <a:spLocks noGrp="1"/>
          </p:cNvSpPr>
          <p:nvPr>
            <p:ph type="title"/>
          </p:nvPr>
        </p:nvSpPr>
        <p:spPr>
          <a:xfrm>
            <a:off x="1081200" y="2131925"/>
            <a:ext cx="6981600" cy="61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pic>
        <p:nvPicPr>
          <p:cNvPr id="727" name="Google Shape;727;p68"/>
          <p:cNvPicPr preferRelativeResize="0"/>
          <p:nvPr/>
        </p:nvPicPr>
        <p:blipFill>
          <a:blip r:embed="rId3">
            <a:alphaModFix/>
          </a:blip>
          <a:stretch>
            <a:fillRect/>
          </a:stretch>
        </p:blipFill>
        <p:spPr>
          <a:xfrm>
            <a:off x="0" y="3"/>
            <a:ext cx="9144001" cy="2235545"/>
          </a:xfrm>
          <a:prstGeom prst="rect">
            <a:avLst/>
          </a:prstGeom>
          <a:noFill/>
          <a:ln>
            <a:noFill/>
          </a:ln>
        </p:spPr>
      </p:pic>
      <p:sp>
        <p:nvSpPr>
          <p:cNvPr id="728" name="Google Shape;728;p68"/>
          <p:cNvSpPr txBox="1"/>
          <p:nvPr/>
        </p:nvSpPr>
        <p:spPr>
          <a:xfrm>
            <a:off x="97875" y="2235550"/>
            <a:ext cx="8157900" cy="3232500"/>
          </a:xfrm>
          <a:prstGeom prst="rect">
            <a:avLst/>
          </a:prstGeom>
          <a:noFill/>
          <a:ln>
            <a:noFill/>
          </a:ln>
        </p:spPr>
        <p:txBody>
          <a:bodyPr spcFirstLastPara="1" wrap="square" lIns="91425" tIns="91425" rIns="91425" bIns="91425" anchor="t" anchorCtr="0">
            <a:spAutoFit/>
          </a:bodyPr>
          <a:lstStyle/>
          <a:p>
            <a:pPr marL="457200" lvl="0" indent="-298450" algn="l" rtl="0">
              <a:lnSpc>
                <a:spcPct val="100000"/>
              </a:lnSpc>
              <a:spcBef>
                <a:spcPts val="1200"/>
              </a:spcBef>
              <a:spcAft>
                <a:spcPts val="0"/>
              </a:spcAft>
              <a:buSzPts val="1100"/>
              <a:buChar char="●"/>
            </a:pPr>
            <a:r>
              <a:rPr lang="en" sz="1100">
                <a:latin typeface="Comic Sans MS"/>
                <a:ea typeface="Comic Sans MS"/>
                <a:cs typeface="Comic Sans MS"/>
                <a:sym typeface="Comic Sans MS"/>
              </a:rPr>
              <a:t>Dataset contains </a:t>
            </a:r>
            <a:r>
              <a:rPr lang="en" sz="1100" b="1">
                <a:latin typeface="Comic Sans MS"/>
                <a:ea typeface="Comic Sans MS"/>
                <a:cs typeface="Comic Sans MS"/>
                <a:sym typeface="Comic Sans MS"/>
              </a:rPr>
              <a:t>1000 records</a:t>
            </a:r>
            <a:r>
              <a:rPr lang="en" sz="1100">
                <a:latin typeface="Comic Sans MS"/>
                <a:ea typeface="Comic Sans MS"/>
                <a:cs typeface="Comic Sans MS"/>
                <a:sym typeface="Comic Sans MS"/>
              </a:rPr>
              <a:t> with </a:t>
            </a:r>
            <a:r>
              <a:rPr lang="en" sz="1100" b="1">
                <a:latin typeface="Comic Sans MS"/>
                <a:ea typeface="Comic Sans MS"/>
                <a:cs typeface="Comic Sans MS"/>
                <a:sym typeface="Comic Sans MS"/>
              </a:rPr>
              <a:t>6 input features</a:t>
            </a:r>
            <a:r>
              <a:rPr lang="en" sz="1100">
                <a:latin typeface="Comic Sans MS"/>
                <a:ea typeface="Comic Sans MS"/>
                <a:cs typeface="Comic Sans MS"/>
                <a:sym typeface="Comic Sans MS"/>
              </a:rPr>
              <a:t> and </a:t>
            </a:r>
            <a:r>
              <a:rPr lang="en" sz="1100" b="1">
                <a:latin typeface="Comic Sans MS"/>
                <a:ea typeface="Comic Sans MS"/>
                <a:cs typeface="Comic Sans MS"/>
                <a:sym typeface="Comic Sans MS"/>
              </a:rPr>
              <a:t>1 target variable</a:t>
            </a:r>
            <a:br>
              <a:rPr lang="en" sz="1100" b="1">
                <a:latin typeface="Comic Sans MS"/>
                <a:ea typeface="Comic Sans MS"/>
                <a:cs typeface="Comic Sans MS"/>
                <a:sym typeface="Comic Sans MS"/>
              </a:rPr>
            </a:br>
            <a:endParaRPr sz="1100" b="1">
              <a:latin typeface="Comic Sans MS"/>
              <a:ea typeface="Comic Sans MS"/>
              <a:cs typeface="Comic Sans MS"/>
              <a:sym typeface="Comic Sans MS"/>
            </a:endParaRPr>
          </a:p>
          <a:p>
            <a:pPr marL="457200" lvl="0" indent="-298450" algn="l" rtl="0">
              <a:lnSpc>
                <a:spcPct val="100000"/>
              </a:lnSpc>
              <a:spcBef>
                <a:spcPts val="0"/>
              </a:spcBef>
              <a:spcAft>
                <a:spcPts val="0"/>
              </a:spcAft>
              <a:buSzPts val="1100"/>
              <a:buChar char="●"/>
            </a:pPr>
            <a:r>
              <a:rPr lang="en" sz="1100" b="1">
                <a:latin typeface="Comic Sans MS"/>
                <a:ea typeface="Comic Sans MS"/>
                <a:cs typeface="Comic Sans MS"/>
                <a:sym typeface="Comic Sans MS"/>
              </a:rPr>
              <a:t>Building Type</a:t>
            </a:r>
            <a:r>
              <a:rPr lang="en" sz="1100">
                <a:latin typeface="Comic Sans MS"/>
                <a:ea typeface="Comic Sans MS"/>
                <a:cs typeface="Comic Sans MS"/>
                <a:sym typeface="Comic Sans MS"/>
              </a:rPr>
              <a:t> has 3 categories: Residential, Commercial, Industrial</a:t>
            </a:r>
            <a:br>
              <a:rPr lang="en" sz="1100">
                <a:latin typeface="Comic Sans MS"/>
                <a:ea typeface="Comic Sans MS"/>
                <a:cs typeface="Comic Sans MS"/>
                <a:sym typeface="Comic Sans MS"/>
              </a:rPr>
            </a:br>
            <a:endParaRPr sz="1100">
              <a:latin typeface="Comic Sans MS"/>
              <a:ea typeface="Comic Sans MS"/>
              <a:cs typeface="Comic Sans MS"/>
              <a:sym typeface="Comic Sans MS"/>
            </a:endParaRPr>
          </a:p>
          <a:p>
            <a:pPr marL="457200" lvl="0" indent="-298450" algn="l" rtl="0">
              <a:lnSpc>
                <a:spcPct val="100000"/>
              </a:lnSpc>
              <a:spcBef>
                <a:spcPts val="0"/>
              </a:spcBef>
              <a:spcAft>
                <a:spcPts val="0"/>
              </a:spcAft>
              <a:buSzPts val="1100"/>
              <a:buChar char="●"/>
            </a:pPr>
            <a:r>
              <a:rPr lang="en" sz="1100" b="1">
                <a:latin typeface="Comic Sans MS"/>
                <a:ea typeface="Comic Sans MS"/>
                <a:cs typeface="Comic Sans MS"/>
                <a:sym typeface="Comic Sans MS"/>
              </a:rPr>
              <a:t>Square Footage</a:t>
            </a:r>
            <a:r>
              <a:rPr lang="en" sz="1100">
                <a:latin typeface="Comic Sans MS"/>
                <a:ea typeface="Comic Sans MS"/>
                <a:cs typeface="Comic Sans MS"/>
                <a:sym typeface="Comic Sans MS"/>
              </a:rPr>
              <a:t> ranges from </a:t>
            </a:r>
            <a:r>
              <a:rPr lang="en" sz="1100" b="1">
                <a:latin typeface="Comic Sans MS"/>
                <a:ea typeface="Comic Sans MS"/>
                <a:cs typeface="Comic Sans MS"/>
                <a:sym typeface="Comic Sans MS"/>
              </a:rPr>
              <a:t>560 to ~50,000 sq. ft</a:t>
            </a:r>
            <a:r>
              <a:rPr lang="en" sz="1100">
                <a:latin typeface="Comic Sans MS"/>
                <a:ea typeface="Comic Sans MS"/>
                <a:cs typeface="Comic Sans MS"/>
                <a:sym typeface="Comic Sans MS"/>
              </a:rPr>
              <a:t>, indicating varied building sizes</a:t>
            </a:r>
            <a:br>
              <a:rPr lang="en" sz="1100">
                <a:latin typeface="Comic Sans MS"/>
                <a:ea typeface="Comic Sans MS"/>
                <a:cs typeface="Comic Sans MS"/>
                <a:sym typeface="Comic Sans MS"/>
              </a:rPr>
            </a:br>
            <a:endParaRPr sz="1100">
              <a:latin typeface="Comic Sans MS"/>
              <a:ea typeface="Comic Sans MS"/>
              <a:cs typeface="Comic Sans MS"/>
              <a:sym typeface="Comic Sans MS"/>
            </a:endParaRPr>
          </a:p>
          <a:p>
            <a:pPr marL="457200" lvl="0" indent="-298450" algn="l" rtl="0">
              <a:lnSpc>
                <a:spcPct val="100000"/>
              </a:lnSpc>
              <a:spcBef>
                <a:spcPts val="0"/>
              </a:spcBef>
              <a:spcAft>
                <a:spcPts val="0"/>
              </a:spcAft>
              <a:buSzPts val="1100"/>
              <a:buChar char="●"/>
            </a:pPr>
            <a:r>
              <a:rPr lang="en" sz="1100" b="1">
                <a:latin typeface="Comic Sans MS"/>
                <a:ea typeface="Comic Sans MS"/>
                <a:cs typeface="Comic Sans MS"/>
                <a:sym typeface="Comic Sans MS"/>
              </a:rPr>
              <a:t>Number of Occupants</a:t>
            </a:r>
            <a:r>
              <a:rPr lang="en" sz="1100">
                <a:latin typeface="Comic Sans MS"/>
                <a:ea typeface="Comic Sans MS"/>
                <a:cs typeface="Comic Sans MS"/>
                <a:sym typeface="Comic Sans MS"/>
              </a:rPr>
              <a:t> varies from </a:t>
            </a:r>
            <a:r>
              <a:rPr lang="en" sz="1100" b="1">
                <a:latin typeface="Comic Sans MS"/>
                <a:ea typeface="Comic Sans MS"/>
                <a:cs typeface="Comic Sans MS"/>
                <a:sym typeface="Comic Sans MS"/>
              </a:rPr>
              <a:t>1 to 99</a:t>
            </a:r>
            <a:r>
              <a:rPr lang="en" sz="1100">
                <a:latin typeface="Comic Sans MS"/>
                <a:ea typeface="Comic Sans MS"/>
                <a:cs typeface="Comic Sans MS"/>
                <a:sym typeface="Comic Sans MS"/>
              </a:rPr>
              <a:t>, showing diverse usage intensity</a:t>
            </a:r>
            <a:br>
              <a:rPr lang="en" sz="1100">
                <a:latin typeface="Comic Sans MS"/>
                <a:ea typeface="Comic Sans MS"/>
                <a:cs typeface="Comic Sans MS"/>
                <a:sym typeface="Comic Sans MS"/>
              </a:rPr>
            </a:br>
            <a:endParaRPr sz="1100">
              <a:latin typeface="Comic Sans MS"/>
              <a:ea typeface="Comic Sans MS"/>
              <a:cs typeface="Comic Sans MS"/>
              <a:sym typeface="Comic Sans MS"/>
            </a:endParaRPr>
          </a:p>
          <a:p>
            <a:pPr marL="457200" lvl="0" indent="-298450" algn="l" rtl="0">
              <a:lnSpc>
                <a:spcPct val="100000"/>
              </a:lnSpc>
              <a:spcBef>
                <a:spcPts val="0"/>
              </a:spcBef>
              <a:spcAft>
                <a:spcPts val="0"/>
              </a:spcAft>
              <a:buSzPts val="1100"/>
              <a:buChar char="●"/>
            </a:pPr>
            <a:r>
              <a:rPr lang="en" sz="1100" b="1">
                <a:latin typeface="Comic Sans MS"/>
                <a:ea typeface="Comic Sans MS"/>
                <a:cs typeface="Comic Sans MS"/>
                <a:sym typeface="Comic Sans MS"/>
              </a:rPr>
              <a:t>Appliances Used</a:t>
            </a:r>
            <a:r>
              <a:rPr lang="en" sz="1100">
                <a:latin typeface="Comic Sans MS"/>
                <a:ea typeface="Comic Sans MS"/>
                <a:cs typeface="Comic Sans MS"/>
                <a:sym typeface="Comic Sans MS"/>
              </a:rPr>
              <a:t> ranges from </a:t>
            </a:r>
            <a:r>
              <a:rPr lang="en" sz="1100" b="1">
                <a:latin typeface="Comic Sans MS"/>
                <a:ea typeface="Comic Sans MS"/>
                <a:cs typeface="Comic Sans MS"/>
                <a:sym typeface="Comic Sans MS"/>
              </a:rPr>
              <a:t>1 to 49</a:t>
            </a:r>
            <a:r>
              <a:rPr lang="en" sz="1100">
                <a:latin typeface="Comic Sans MS"/>
                <a:ea typeface="Comic Sans MS"/>
                <a:cs typeface="Comic Sans MS"/>
                <a:sym typeface="Comic Sans MS"/>
              </a:rPr>
              <a:t>, contributing to energy demand</a:t>
            </a:r>
            <a:br>
              <a:rPr lang="en" sz="1100">
                <a:latin typeface="Comic Sans MS"/>
                <a:ea typeface="Comic Sans MS"/>
                <a:cs typeface="Comic Sans MS"/>
                <a:sym typeface="Comic Sans MS"/>
              </a:rPr>
            </a:br>
            <a:endParaRPr sz="1100">
              <a:latin typeface="Comic Sans MS"/>
              <a:ea typeface="Comic Sans MS"/>
              <a:cs typeface="Comic Sans MS"/>
              <a:sym typeface="Comic Sans MS"/>
            </a:endParaRPr>
          </a:p>
          <a:p>
            <a:pPr marL="457200" lvl="0" indent="-298450" algn="l" rtl="0">
              <a:lnSpc>
                <a:spcPct val="100000"/>
              </a:lnSpc>
              <a:spcBef>
                <a:spcPts val="0"/>
              </a:spcBef>
              <a:spcAft>
                <a:spcPts val="0"/>
              </a:spcAft>
              <a:buSzPts val="1100"/>
              <a:buChar char="●"/>
            </a:pPr>
            <a:r>
              <a:rPr lang="en" sz="1100" b="1">
                <a:latin typeface="Comic Sans MS"/>
                <a:ea typeface="Comic Sans MS"/>
                <a:cs typeface="Comic Sans MS"/>
                <a:sym typeface="Comic Sans MS"/>
              </a:rPr>
              <a:t>Average Temperature</a:t>
            </a:r>
            <a:r>
              <a:rPr lang="en" sz="1100">
                <a:latin typeface="Comic Sans MS"/>
                <a:ea typeface="Comic Sans MS"/>
                <a:cs typeface="Comic Sans MS"/>
                <a:sym typeface="Comic Sans MS"/>
              </a:rPr>
              <a:t> ranges between </a:t>
            </a:r>
            <a:r>
              <a:rPr lang="en" sz="1100" b="1">
                <a:latin typeface="Comic Sans MS"/>
                <a:ea typeface="Comic Sans MS"/>
                <a:cs typeface="Comic Sans MS"/>
                <a:sym typeface="Comic Sans MS"/>
              </a:rPr>
              <a:t>10°C and 35°C</a:t>
            </a:r>
            <a:r>
              <a:rPr lang="en" sz="1100">
                <a:latin typeface="Comic Sans MS"/>
                <a:ea typeface="Comic Sans MS"/>
                <a:cs typeface="Comic Sans MS"/>
                <a:sym typeface="Comic Sans MS"/>
              </a:rPr>
              <a:t>, capturing seasonal impact</a:t>
            </a:r>
            <a:br>
              <a:rPr lang="en" sz="1100">
                <a:latin typeface="Comic Sans MS"/>
                <a:ea typeface="Comic Sans MS"/>
                <a:cs typeface="Comic Sans MS"/>
                <a:sym typeface="Comic Sans MS"/>
              </a:rPr>
            </a:br>
            <a:endParaRPr sz="1100">
              <a:latin typeface="Comic Sans MS"/>
              <a:ea typeface="Comic Sans MS"/>
              <a:cs typeface="Comic Sans MS"/>
              <a:sym typeface="Comic Sans MS"/>
            </a:endParaRPr>
          </a:p>
          <a:p>
            <a:pPr marL="457200" lvl="0" indent="-298450" algn="l" rtl="0">
              <a:lnSpc>
                <a:spcPct val="100000"/>
              </a:lnSpc>
              <a:spcBef>
                <a:spcPts val="0"/>
              </a:spcBef>
              <a:spcAft>
                <a:spcPts val="0"/>
              </a:spcAft>
              <a:buSzPts val="1100"/>
              <a:buChar char="●"/>
            </a:pPr>
            <a:r>
              <a:rPr lang="en" sz="1100" b="1">
                <a:latin typeface="Comic Sans MS"/>
                <a:ea typeface="Comic Sans MS"/>
                <a:cs typeface="Comic Sans MS"/>
                <a:sym typeface="Comic Sans MS"/>
              </a:rPr>
              <a:t>Weekday usage (507 records)</a:t>
            </a:r>
            <a:r>
              <a:rPr lang="en" sz="1100">
                <a:latin typeface="Comic Sans MS"/>
                <a:ea typeface="Comic Sans MS"/>
                <a:cs typeface="Comic Sans MS"/>
                <a:sym typeface="Comic Sans MS"/>
              </a:rPr>
              <a:t> slightly exceeds weekend usage</a:t>
            </a:r>
            <a:br>
              <a:rPr lang="en" sz="1100">
                <a:latin typeface="Comic Sans MS"/>
                <a:ea typeface="Comic Sans MS"/>
                <a:cs typeface="Comic Sans MS"/>
                <a:sym typeface="Comic Sans MS"/>
              </a:rPr>
            </a:br>
            <a:endParaRPr sz="1100">
              <a:latin typeface="Comic Sans MS"/>
              <a:ea typeface="Comic Sans MS"/>
              <a:cs typeface="Comic Sans MS"/>
              <a:sym typeface="Comic Sans MS"/>
            </a:endParaRPr>
          </a:p>
          <a:p>
            <a:pPr marL="457200" lvl="0" indent="-298450" algn="l" rtl="0">
              <a:lnSpc>
                <a:spcPct val="100000"/>
              </a:lnSpc>
              <a:spcBef>
                <a:spcPts val="0"/>
              </a:spcBef>
              <a:spcAft>
                <a:spcPts val="0"/>
              </a:spcAft>
              <a:buSzPts val="1100"/>
              <a:buChar char="●"/>
            </a:pPr>
            <a:r>
              <a:rPr lang="en" sz="1100" b="1">
                <a:latin typeface="Comic Sans MS"/>
                <a:ea typeface="Comic Sans MS"/>
                <a:cs typeface="Comic Sans MS"/>
                <a:sym typeface="Comic Sans MS"/>
              </a:rPr>
              <a:t>Energy Consumption</a:t>
            </a:r>
            <a:r>
              <a:rPr lang="en" sz="1100">
                <a:latin typeface="Comic Sans MS"/>
                <a:ea typeface="Comic Sans MS"/>
                <a:cs typeface="Comic Sans MS"/>
                <a:sym typeface="Comic Sans MS"/>
              </a:rPr>
              <a:t> ranges from </a:t>
            </a:r>
            <a:r>
              <a:rPr lang="en" sz="1100" b="1">
                <a:latin typeface="Comic Sans MS"/>
                <a:ea typeface="Comic Sans MS"/>
                <a:cs typeface="Comic Sans MS"/>
                <a:sym typeface="Comic Sans MS"/>
              </a:rPr>
              <a:t>~1,684 to ~6,530 units</a:t>
            </a:r>
            <a:r>
              <a:rPr lang="en" sz="1100">
                <a:latin typeface="Comic Sans MS"/>
                <a:ea typeface="Comic Sans MS"/>
                <a:cs typeface="Comic Sans MS"/>
                <a:sym typeface="Comic Sans MS"/>
              </a:rPr>
              <a:t> with a mean of </a:t>
            </a:r>
            <a:r>
              <a:rPr lang="en" sz="1100" b="1">
                <a:latin typeface="Comic Sans MS"/>
                <a:ea typeface="Comic Sans MS"/>
                <a:cs typeface="Comic Sans MS"/>
                <a:sym typeface="Comic Sans MS"/>
              </a:rPr>
              <a:t>~4,166 units</a:t>
            </a:r>
            <a:br>
              <a:rPr lang="en" sz="1100" b="1">
                <a:latin typeface="Comic Sans MS"/>
                <a:ea typeface="Comic Sans MS"/>
                <a:cs typeface="Comic Sans MS"/>
                <a:sym typeface="Comic Sans MS"/>
              </a:rPr>
            </a:br>
            <a:endParaRPr sz="1100" b="1">
              <a:latin typeface="Comic Sans MS"/>
              <a:ea typeface="Comic Sans MS"/>
              <a:cs typeface="Comic Sans MS"/>
              <a:sym typeface="Comic Sans MS"/>
            </a:endParaRPr>
          </a:p>
          <a:p>
            <a:pPr marL="457200" lvl="0" indent="-298450" algn="l" rtl="0">
              <a:lnSpc>
                <a:spcPct val="100000"/>
              </a:lnSpc>
              <a:spcBef>
                <a:spcPts val="0"/>
              </a:spcBef>
              <a:spcAft>
                <a:spcPts val="0"/>
              </a:spcAft>
              <a:buSzPts val="1100"/>
              <a:buFont typeface="Comic Sans MS"/>
              <a:buChar char="●"/>
            </a:pPr>
            <a:r>
              <a:rPr lang="en" sz="1100">
                <a:latin typeface="Comic Sans MS"/>
                <a:ea typeface="Comic Sans MS"/>
                <a:cs typeface="Comic Sans MS"/>
                <a:sym typeface="Comic Sans MS"/>
              </a:rPr>
              <a:t>No missing values observed; data is clean and suitable for modeling</a:t>
            </a:r>
            <a:br>
              <a:rPr lang="en" sz="1100">
                <a:latin typeface="Comic Sans MS"/>
                <a:ea typeface="Comic Sans MS"/>
                <a:cs typeface="Comic Sans MS"/>
                <a:sym typeface="Comic Sans MS"/>
              </a:rPr>
            </a:br>
            <a:endParaRPr sz="1100">
              <a:latin typeface="Comic Sans MS"/>
              <a:ea typeface="Comic Sans MS"/>
              <a:cs typeface="Comic Sans MS"/>
              <a:sym typeface="Comic Sans M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32"/>
        <p:cNvGrpSpPr/>
        <p:nvPr/>
      </p:nvGrpSpPr>
      <p:grpSpPr>
        <a:xfrm>
          <a:off x="0" y="0"/>
          <a:ext cx="0" cy="0"/>
          <a:chOff x="0" y="0"/>
          <a:chExt cx="0" cy="0"/>
        </a:xfrm>
      </p:grpSpPr>
      <p:sp>
        <p:nvSpPr>
          <p:cNvPr id="733" name="Google Shape;733;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16</a:t>
            </a:fld>
            <a:endParaRPr/>
          </a:p>
        </p:txBody>
      </p:sp>
      <p:sp>
        <p:nvSpPr>
          <p:cNvPr id="734" name="Google Shape;734;p69"/>
          <p:cNvSpPr txBox="1">
            <a:spLocks noGrp="1"/>
          </p:cNvSpPr>
          <p:nvPr>
            <p:ph type="title"/>
          </p:nvPr>
        </p:nvSpPr>
        <p:spPr>
          <a:xfrm>
            <a:off x="5965538" y="664675"/>
            <a:ext cx="2859000" cy="4422900"/>
          </a:xfrm>
          <a:prstGeom prst="rect">
            <a:avLst/>
          </a:prstGeom>
        </p:spPr>
        <p:txBody>
          <a:bodyPr spcFirstLastPara="1" wrap="square" lIns="91425" tIns="91425" rIns="91425" bIns="91425" anchor="t" anchorCtr="0">
            <a:noAutofit/>
          </a:bodyPr>
          <a:lstStyle/>
          <a:p>
            <a:pPr marL="457200" lvl="0" indent="-327025" algn="ctr" rtl="0">
              <a:spcBef>
                <a:spcPts val="0"/>
              </a:spcBef>
              <a:spcAft>
                <a:spcPts val="0"/>
              </a:spcAft>
              <a:buClr>
                <a:srgbClr val="000000"/>
              </a:buClr>
              <a:buSzPts val="1550"/>
              <a:buFont typeface="Comic Sans MS"/>
              <a:buChar char="●"/>
            </a:pPr>
            <a:r>
              <a:rPr lang="en" sz="1550">
                <a:solidFill>
                  <a:srgbClr val="000000"/>
                </a:solidFill>
                <a:latin typeface="Comic Sans MS"/>
                <a:ea typeface="Comic Sans MS"/>
                <a:cs typeface="Comic Sans MS"/>
                <a:sym typeface="Comic Sans MS"/>
              </a:rPr>
              <a:t>The distribution of energy consumption is nearly symmetrical and bell-shaped, resembling a normal distribution. </a:t>
            </a:r>
            <a:endParaRPr sz="1550">
              <a:solidFill>
                <a:srgbClr val="000000"/>
              </a:solidFill>
              <a:latin typeface="Comic Sans MS"/>
              <a:ea typeface="Comic Sans MS"/>
              <a:cs typeface="Comic Sans MS"/>
              <a:sym typeface="Comic Sans MS"/>
            </a:endParaRPr>
          </a:p>
          <a:p>
            <a:pPr marL="457200" lvl="0" indent="-327025" algn="ctr" rtl="0">
              <a:spcBef>
                <a:spcPts val="0"/>
              </a:spcBef>
              <a:spcAft>
                <a:spcPts val="0"/>
              </a:spcAft>
              <a:buClr>
                <a:srgbClr val="000000"/>
              </a:buClr>
              <a:buSzPts val="1550"/>
              <a:buFont typeface="Comic Sans MS"/>
              <a:buChar char="●"/>
            </a:pPr>
            <a:r>
              <a:rPr lang="en" sz="1550">
                <a:solidFill>
                  <a:srgbClr val="000000"/>
                </a:solidFill>
                <a:latin typeface="Comic Sans MS"/>
                <a:ea typeface="Comic Sans MS"/>
                <a:cs typeface="Comic Sans MS"/>
                <a:sym typeface="Comic Sans MS"/>
              </a:rPr>
              <a:t>This is ideal for linear regression models, as it helps satisfy the assumption that the residuals will be normally distributed.</a:t>
            </a:r>
            <a:endParaRPr sz="1550">
              <a:solidFill>
                <a:srgbClr val="000000"/>
              </a:solidFill>
              <a:latin typeface="Comic Sans MS"/>
              <a:ea typeface="Comic Sans MS"/>
              <a:cs typeface="Comic Sans MS"/>
              <a:sym typeface="Comic Sans MS"/>
            </a:endParaRPr>
          </a:p>
          <a:p>
            <a:pPr marL="457200" lvl="0" indent="-327025" algn="ctr" rtl="0">
              <a:spcBef>
                <a:spcPts val="0"/>
              </a:spcBef>
              <a:spcAft>
                <a:spcPts val="0"/>
              </a:spcAft>
              <a:buClr>
                <a:srgbClr val="000000"/>
              </a:buClr>
              <a:buSzPts val="1550"/>
              <a:buFont typeface="Comic Sans MS"/>
              <a:buChar char="●"/>
            </a:pPr>
            <a:r>
              <a:rPr lang="en" sz="1550">
                <a:solidFill>
                  <a:srgbClr val="000000"/>
                </a:solidFill>
                <a:latin typeface="Comic Sans MS"/>
                <a:ea typeface="Comic Sans MS"/>
                <a:cs typeface="Comic Sans MS"/>
                <a:sym typeface="Comic Sans MS"/>
              </a:rPr>
              <a:t>There are no obvious extreme outliers or strong skewness that would immediately necessitate complex transformations.</a:t>
            </a:r>
            <a:endParaRPr sz="3200">
              <a:solidFill>
                <a:srgbClr val="000000"/>
              </a:solidFill>
              <a:latin typeface="Comic Sans MS"/>
              <a:ea typeface="Comic Sans MS"/>
              <a:cs typeface="Comic Sans MS"/>
              <a:sym typeface="Comic Sans MS"/>
            </a:endParaRPr>
          </a:p>
        </p:txBody>
      </p:sp>
      <p:pic>
        <p:nvPicPr>
          <p:cNvPr id="735" name="Google Shape;735;p69"/>
          <p:cNvPicPr preferRelativeResize="0"/>
          <p:nvPr/>
        </p:nvPicPr>
        <p:blipFill>
          <a:blip r:embed="rId3">
            <a:alphaModFix/>
          </a:blip>
          <a:stretch>
            <a:fillRect/>
          </a:stretch>
        </p:blipFill>
        <p:spPr>
          <a:xfrm>
            <a:off x="152400" y="794302"/>
            <a:ext cx="5919476" cy="4135925"/>
          </a:xfrm>
          <a:prstGeom prst="rect">
            <a:avLst/>
          </a:prstGeom>
          <a:noFill/>
          <a:ln>
            <a:noFill/>
          </a:ln>
        </p:spPr>
      </p:pic>
      <p:sp>
        <p:nvSpPr>
          <p:cNvPr id="736" name="Google Shape;736;p69"/>
          <p:cNvSpPr/>
          <p:nvPr/>
        </p:nvSpPr>
        <p:spPr>
          <a:xfrm>
            <a:off x="11" y="-1"/>
            <a:ext cx="7221600" cy="633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700" b="1">
              <a:solidFill>
                <a:srgbClr val="FFFFFF"/>
              </a:solidFill>
              <a:latin typeface="Roboto"/>
              <a:ea typeface="Roboto"/>
              <a:cs typeface="Roboto"/>
              <a:sym typeface="Roboto"/>
            </a:endParaRPr>
          </a:p>
          <a:p>
            <a:pPr marL="0" lvl="0" indent="0" algn="l" rtl="0">
              <a:spcBef>
                <a:spcPts val="0"/>
              </a:spcBef>
              <a:spcAft>
                <a:spcPts val="0"/>
              </a:spcAft>
              <a:buNone/>
            </a:pPr>
            <a:r>
              <a:rPr lang="en" sz="2100">
                <a:solidFill>
                  <a:srgbClr val="FAF6F6"/>
                </a:solidFill>
                <a:latin typeface="Comic Sans MS"/>
                <a:ea typeface="Comic Sans MS"/>
                <a:cs typeface="Comic Sans MS"/>
                <a:sym typeface="Comic Sans MS"/>
              </a:rPr>
              <a:t>Distribution of Energy Consumption (Target Variable)</a:t>
            </a:r>
            <a:endParaRPr sz="2100">
              <a:solidFill>
                <a:srgbClr val="FAF6F6"/>
              </a:solidFill>
              <a:latin typeface="Comic Sans MS"/>
              <a:ea typeface="Comic Sans MS"/>
              <a:cs typeface="Comic Sans MS"/>
              <a:sym typeface="Comic Sans MS"/>
            </a:endParaRPr>
          </a:p>
          <a:p>
            <a:pPr marL="0" lvl="0" indent="0" algn="ctr" rtl="0">
              <a:spcBef>
                <a:spcPts val="0"/>
              </a:spcBef>
              <a:spcAft>
                <a:spcPts val="0"/>
              </a:spcAft>
              <a:buNone/>
            </a:pPr>
            <a:endParaRPr sz="3700" b="1">
              <a:solidFill>
                <a:srgbClr val="FFFFFF"/>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0"/>
        <p:cNvGrpSpPr/>
        <p:nvPr/>
      </p:nvGrpSpPr>
      <p:grpSpPr>
        <a:xfrm>
          <a:off x="0" y="0"/>
          <a:ext cx="0" cy="0"/>
          <a:chOff x="0" y="0"/>
          <a:chExt cx="0" cy="0"/>
        </a:xfrm>
      </p:grpSpPr>
      <p:sp>
        <p:nvSpPr>
          <p:cNvPr id="741" name="Google Shape;741;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17</a:t>
            </a:fld>
            <a:endParaRPr/>
          </a:p>
        </p:txBody>
      </p:sp>
      <p:sp>
        <p:nvSpPr>
          <p:cNvPr id="742" name="Google Shape;742;p70"/>
          <p:cNvSpPr txBox="1">
            <a:spLocks noGrp="1"/>
          </p:cNvSpPr>
          <p:nvPr>
            <p:ph type="title"/>
          </p:nvPr>
        </p:nvSpPr>
        <p:spPr>
          <a:xfrm>
            <a:off x="5965538" y="664675"/>
            <a:ext cx="2859000" cy="4422900"/>
          </a:xfrm>
          <a:prstGeom prst="rect">
            <a:avLst/>
          </a:prstGeom>
        </p:spPr>
        <p:txBody>
          <a:bodyPr spcFirstLastPara="1" wrap="square" lIns="91425" tIns="91425" rIns="91425" bIns="91425" anchor="t" anchorCtr="0">
            <a:noAutofit/>
          </a:bodyPr>
          <a:lstStyle/>
          <a:p>
            <a:pPr marL="457200" lvl="0" indent="-352425" algn="ctr" rtl="0">
              <a:spcBef>
                <a:spcPts val="0"/>
              </a:spcBef>
              <a:spcAft>
                <a:spcPts val="0"/>
              </a:spcAft>
              <a:buClr>
                <a:srgbClr val="07071B"/>
              </a:buClr>
              <a:buSzPts val="1950"/>
              <a:buFont typeface="Comic Sans MS"/>
              <a:buChar char="●"/>
            </a:pPr>
            <a:r>
              <a:rPr lang="en" sz="1450">
                <a:solidFill>
                  <a:srgbClr val="07071B"/>
                </a:solidFill>
                <a:latin typeface="Comic Sans MS"/>
                <a:ea typeface="Comic Sans MS"/>
                <a:cs typeface="Comic Sans MS"/>
                <a:sym typeface="Comic Sans MS"/>
              </a:rPr>
              <a:t>A clear, strong relationship exists between the building type and energy consumption. </a:t>
            </a:r>
            <a:endParaRPr sz="1450">
              <a:solidFill>
                <a:srgbClr val="07071B"/>
              </a:solidFill>
              <a:latin typeface="Comic Sans MS"/>
              <a:ea typeface="Comic Sans MS"/>
              <a:cs typeface="Comic Sans MS"/>
              <a:sym typeface="Comic Sans MS"/>
            </a:endParaRPr>
          </a:p>
          <a:p>
            <a:pPr marL="457200" lvl="0" indent="-352425" algn="ctr" rtl="0">
              <a:spcBef>
                <a:spcPts val="0"/>
              </a:spcBef>
              <a:spcAft>
                <a:spcPts val="0"/>
              </a:spcAft>
              <a:buClr>
                <a:srgbClr val="07071B"/>
              </a:buClr>
              <a:buSzPts val="1950"/>
              <a:buFont typeface="Comic Sans MS"/>
              <a:buChar char="●"/>
            </a:pPr>
            <a:r>
              <a:rPr lang="en" sz="1450">
                <a:solidFill>
                  <a:srgbClr val="07071B"/>
                </a:solidFill>
                <a:latin typeface="Comic Sans MS"/>
                <a:ea typeface="Comic Sans MS"/>
                <a:cs typeface="Comic Sans MS"/>
                <a:sym typeface="Comic Sans MS"/>
              </a:rPr>
              <a:t>Commercial buildings show the highest average consumption, followed by Industrial buildings, with Residential buildings having the lowest average usage. </a:t>
            </a:r>
            <a:endParaRPr sz="1450">
              <a:solidFill>
                <a:srgbClr val="07071B"/>
              </a:solidFill>
              <a:latin typeface="Comic Sans MS"/>
              <a:ea typeface="Comic Sans MS"/>
              <a:cs typeface="Comic Sans MS"/>
              <a:sym typeface="Comic Sans MS"/>
            </a:endParaRPr>
          </a:p>
          <a:p>
            <a:pPr marL="457200" lvl="0" indent="-352425" algn="ctr" rtl="0">
              <a:spcBef>
                <a:spcPts val="0"/>
              </a:spcBef>
              <a:spcAft>
                <a:spcPts val="0"/>
              </a:spcAft>
              <a:buClr>
                <a:srgbClr val="07071B"/>
              </a:buClr>
              <a:buSzPts val="1950"/>
              <a:buFont typeface="Comic Sans MS"/>
              <a:buChar char="●"/>
            </a:pPr>
            <a:r>
              <a:rPr lang="en" sz="1450">
                <a:solidFill>
                  <a:srgbClr val="07071B"/>
                </a:solidFill>
                <a:latin typeface="Comic Sans MS"/>
                <a:ea typeface="Comic Sans MS"/>
                <a:cs typeface="Comic Sans MS"/>
                <a:sym typeface="Comic Sans MS"/>
              </a:rPr>
              <a:t>This categorical feature is expected to be a highly important predictor in the final linear model.</a:t>
            </a:r>
            <a:endParaRPr sz="3600">
              <a:solidFill>
                <a:srgbClr val="07071B"/>
              </a:solidFill>
              <a:latin typeface="Comic Sans MS"/>
              <a:ea typeface="Comic Sans MS"/>
              <a:cs typeface="Comic Sans MS"/>
              <a:sym typeface="Comic Sans MS"/>
            </a:endParaRPr>
          </a:p>
        </p:txBody>
      </p:sp>
      <p:sp>
        <p:nvSpPr>
          <p:cNvPr id="743" name="Google Shape;743;p70"/>
          <p:cNvSpPr/>
          <p:nvPr/>
        </p:nvSpPr>
        <p:spPr>
          <a:xfrm>
            <a:off x="11" y="-1"/>
            <a:ext cx="7221600" cy="633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endParaRPr sz="3700" b="1">
              <a:solidFill>
                <a:srgbClr val="FFFFFF"/>
              </a:solidFill>
              <a:latin typeface="Roboto"/>
              <a:ea typeface="Roboto"/>
              <a:cs typeface="Roboto"/>
              <a:sym typeface="Roboto"/>
            </a:endParaRPr>
          </a:p>
          <a:p>
            <a:pPr marL="0" lvl="0" indent="0" algn="l" rtl="0">
              <a:lnSpc>
                <a:spcPct val="100000"/>
              </a:lnSpc>
              <a:spcBef>
                <a:spcPts val="0"/>
              </a:spcBef>
              <a:spcAft>
                <a:spcPts val="0"/>
              </a:spcAft>
              <a:buNone/>
            </a:pPr>
            <a:r>
              <a:rPr lang="en" sz="2300">
                <a:solidFill>
                  <a:srgbClr val="FAF6F6"/>
                </a:solidFill>
                <a:latin typeface="Comic Sans MS"/>
                <a:ea typeface="Comic Sans MS"/>
                <a:cs typeface="Comic Sans MS"/>
                <a:sym typeface="Comic Sans MS"/>
              </a:rPr>
              <a:t>Average Energy Consumption by Building Type</a:t>
            </a:r>
            <a:endParaRPr sz="2900">
              <a:solidFill>
                <a:srgbClr val="FAF6F6"/>
              </a:solidFill>
              <a:latin typeface="Comic Sans MS"/>
              <a:ea typeface="Comic Sans MS"/>
              <a:cs typeface="Comic Sans MS"/>
              <a:sym typeface="Comic Sans MS"/>
            </a:endParaRPr>
          </a:p>
          <a:p>
            <a:pPr marL="0" lvl="0" indent="0" algn="ctr" rtl="0">
              <a:lnSpc>
                <a:spcPct val="100000"/>
              </a:lnSpc>
              <a:spcBef>
                <a:spcPts val="600"/>
              </a:spcBef>
              <a:spcAft>
                <a:spcPts val="0"/>
              </a:spcAft>
              <a:buNone/>
            </a:pPr>
            <a:endParaRPr sz="3700" b="1">
              <a:solidFill>
                <a:srgbClr val="FFFFFF"/>
              </a:solidFill>
              <a:latin typeface="Roboto"/>
              <a:ea typeface="Roboto"/>
              <a:cs typeface="Roboto"/>
              <a:sym typeface="Roboto"/>
            </a:endParaRPr>
          </a:p>
        </p:txBody>
      </p:sp>
      <p:pic>
        <p:nvPicPr>
          <p:cNvPr id="744" name="Google Shape;744;p70"/>
          <p:cNvPicPr preferRelativeResize="0"/>
          <p:nvPr/>
        </p:nvPicPr>
        <p:blipFill>
          <a:blip r:embed="rId3">
            <a:alphaModFix/>
          </a:blip>
          <a:stretch>
            <a:fillRect/>
          </a:stretch>
        </p:blipFill>
        <p:spPr>
          <a:xfrm>
            <a:off x="152400" y="797275"/>
            <a:ext cx="5993699" cy="41372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8"/>
        <p:cNvGrpSpPr/>
        <p:nvPr/>
      </p:nvGrpSpPr>
      <p:grpSpPr>
        <a:xfrm>
          <a:off x="0" y="0"/>
          <a:ext cx="0" cy="0"/>
          <a:chOff x="0" y="0"/>
          <a:chExt cx="0" cy="0"/>
        </a:xfrm>
      </p:grpSpPr>
      <p:sp>
        <p:nvSpPr>
          <p:cNvPr id="749" name="Google Shape;749;p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18</a:t>
            </a:fld>
            <a:endParaRPr/>
          </a:p>
        </p:txBody>
      </p:sp>
      <p:sp>
        <p:nvSpPr>
          <p:cNvPr id="750" name="Google Shape;750;p71"/>
          <p:cNvSpPr/>
          <p:nvPr/>
        </p:nvSpPr>
        <p:spPr>
          <a:xfrm>
            <a:off x="44003" y="11875"/>
            <a:ext cx="5345700" cy="633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350">
                <a:solidFill>
                  <a:srgbClr val="FAF6F6"/>
                </a:solidFill>
              </a:rPr>
              <a:t>Using Boxplots to check for outliers</a:t>
            </a:r>
            <a:endParaRPr sz="5000" b="1">
              <a:solidFill>
                <a:srgbClr val="FAF6F6"/>
              </a:solidFill>
              <a:latin typeface="Roboto"/>
              <a:ea typeface="Roboto"/>
              <a:cs typeface="Roboto"/>
              <a:sym typeface="Roboto"/>
            </a:endParaRPr>
          </a:p>
        </p:txBody>
      </p:sp>
      <p:pic>
        <p:nvPicPr>
          <p:cNvPr id="751" name="Google Shape;751;p71"/>
          <p:cNvPicPr preferRelativeResize="0"/>
          <p:nvPr/>
        </p:nvPicPr>
        <p:blipFill rotWithShape="1">
          <a:blip r:embed="rId3">
            <a:alphaModFix/>
          </a:blip>
          <a:srcRect b="49801"/>
          <a:stretch/>
        </p:blipFill>
        <p:spPr>
          <a:xfrm>
            <a:off x="58036" y="771702"/>
            <a:ext cx="4631724" cy="3265449"/>
          </a:xfrm>
          <a:prstGeom prst="rect">
            <a:avLst/>
          </a:prstGeom>
          <a:noFill/>
          <a:ln>
            <a:noFill/>
          </a:ln>
        </p:spPr>
      </p:pic>
      <p:pic>
        <p:nvPicPr>
          <p:cNvPr id="752" name="Google Shape;752;p71"/>
          <p:cNvPicPr preferRelativeResize="0"/>
          <p:nvPr/>
        </p:nvPicPr>
        <p:blipFill rotWithShape="1">
          <a:blip r:embed="rId3">
            <a:alphaModFix/>
          </a:blip>
          <a:srcRect t="49660"/>
          <a:stretch/>
        </p:blipFill>
        <p:spPr>
          <a:xfrm>
            <a:off x="4689750" y="771702"/>
            <a:ext cx="4394599" cy="32654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56"/>
        <p:cNvGrpSpPr/>
        <p:nvPr/>
      </p:nvGrpSpPr>
      <p:grpSpPr>
        <a:xfrm>
          <a:off x="0" y="0"/>
          <a:ext cx="0" cy="0"/>
          <a:chOff x="0" y="0"/>
          <a:chExt cx="0" cy="0"/>
        </a:xfrm>
      </p:grpSpPr>
      <p:sp>
        <p:nvSpPr>
          <p:cNvPr id="757" name="Google Shape;757;p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19</a:t>
            </a:fld>
            <a:endParaRPr/>
          </a:p>
        </p:txBody>
      </p:sp>
      <p:sp>
        <p:nvSpPr>
          <p:cNvPr id="758" name="Google Shape;758;p72"/>
          <p:cNvSpPr/>
          <p:nvPr/>
        </p:nvSpPr>
        <p:spPr>
          <a:xfrm>
            <a:off x="2940175" y="0"/>
            <a:ext cx="3630900" cy="678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350">
                <a:solidFill>
                  <a:srgbClr val="FAF6F6"/>
                </a:solidFill>
              </a:rPr>
              <a:t>Using Scatterplots </a:t>
            </a:r>
            <a:endParaRPr sz="5000" b="1">
              <a:solidFill>
                <a:srgbClr val="FAF6F6"/>
              </a:solidFill>
              <a:latin typeface="Roboto"/>
              <a:ea typeface="Roboto"/>
              <a:cs typeface="Roboto"/>
              <a:sym typeface="Roboto"/>
            </a:endParaRPr>
          </a:p>
        </p:txBody>
      </p:sp>
      <p:pic>
        <p:nvPicPr>
          <p:cNvPr id="759" name="Google Shape;759;p72"/>
          <p:cNvPicPr preferRelativeResize="0"/>
          <p:nvPr/>
        </p:nvPicPr>
        <p:blipFill rotWithShape="1">
          <a:blip r:embed="rId3">
            <a:alphaModFix/>
          </a:blip>
          <a:srcRect b="66566"/>
          <a:stretch/>
        </p:blipFill>
        <p:spPr>
          <a:xfrm>
            <a:off x="3845" y="678299"/>
            <a:ext cx="4894049" cy="2232124"/>
          </a:xfrm>
          <a:prstGeom prst="rect">
            <a:avLst/>
          </a:prstGeom>
          <a:noFill/>
          <a:ln>
            <a:noFill/>
          </a:ln>
        </p:spPr>
      </p:pic>
      <p:pic>
        <p:nvPicPr>
          <p:cNvPr id="760" name="Google Shape;760;p72"/>
          <p:cNvPicPr preferRelativeResize="0"/>
          <p:nvPr/>
        </p:nvPicPr>
        <p:blipFill rotWithShape="1">
          <a:blip r:embed="rId3">
            <a:alphaModFix/>
          </a:blip>
          <a:srcRect t="33060" b="33385"/>
          <a:stretch/>
        </p:blipFill>
        <p:spPr>
          <a:xfrm>
            <a:off x="3845" y="2865850"/>
            <a:ext cx="4894049" cy="2232124"/>
          </a:xfrm>
          <a:prstGeom prst="rect">
            <a:avLst/>
          </a:prstGeom>
          <a:noFill/>
          <a:ln>
            <a:noFill/>
          </a:ln>
        </p:spPr>
      </p:pic>
      <p:pic>
        <p:nvPicPr>
          <p:cNvPr id="761" name="Google Shape;761;p72"/>
          <p:cNvPicPr preferRelativeResize="0"/>
          <p:nvPr/>
        </p:nvPicPr>
        <p:blipFill rotWithShape="1">
          <a:blip r:embed="rId3">
            <a:alphaModFix/>
          </a:blip>
          <a:srcRect t="66613"/>
          <a:stretch/>
        </p:blipFill>
        <p:spPr>
          <a:xfrm>
            <a:off x="4906637" y="1700708"/>
            <a:ext cx="4228624" cy="22321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20</a:t>
            </a:fld>
            <a:endParaRPr/>
          </a:p>
        </p:txBody>
      </p:sp>
      <p:pic>
        <p:nvPicPr>
          <p:cNvPr id="767" name="Google Shape;767;p73"/>
          <p:cNvPicPr preferRelativeResize="0"/>
          <p:nvPr/>
        </p:nvPicPr>
        <p:blipFill>
          <a:blip r:embed="rId3">
            <a:alphaModFix/>
          </a:blip>
          <a:stretch>
            <a:fillRect/>
          </a:stretch>
        </p:blipFill>
        <p:spPr>
          <a:xfrm>
            <a:off x="1195625" y="738304"/>
            <a:ext cx="6306966" cy="4353475"/>
          </a:xfrm>
          <a:prstGeom prst="rect">
            <a:avLst/>
          </a:prstGeom>
          <a:noFill/>
          <a:ln>
            <a:noFill/>
          </a:ln>
        </p:spPr>
      </p:pic>
      <p:sp>
        <p:nvSpPr>
          <p:cNvPr id="768" name="Google Shape;768;p73"/>
          <p:cNvSpPr txBox="1"/>
          <p:nvPr/>
        </p:nvSpPr>
        <p:spPr>
          <a:xfrm>
            <a:off x="0" y="0"/>
            <a:ext cx="3000000" cy="415500"/>
          </a:xfrm>
          <a:prstGeom prst="rect">
            <a:avLst/>
          </a:prstGeom>
          <a:noFill/>
          <a:ln>
            <a:noFill/>
          </a:ln>
        </p:spPr>
        <p:txBody>
          <a:bodyPr spcFirstLastPara="1" wrap="square" lIns="91425" tIns="91425" rIns="91425" bIns="91425" anchor="t" anchorCtr="0">
            <a:spAutoFit/>
          </a:bodyPr>
          <a:lstStyle/>
          <a:p>
            <a:pPr marL="0" lvl="0" indent="0" algn="l" rtl="0">
              <a:lnSpc>
                <a:spcPct val="140000"/>
              </a:lnSpc>
              <a:spcBef>
                <a:spcPts val="0"/>
              </a:spcBef>
              <a:spcAft>
                <a:spcPts val="600"/>
              </a:spcAft>
              <a:buNone/>
            </a:pPr>
            <a:endParaRPr sz="1500">
              <a:solidFill>
                <a:srgbClr val="202214"/>
              </a:solidFill>
            </a:endParaRPr>
          </a:p>
        </p:txBody>
      </p:sp>
      <p:sp>
        <p:nvSpPr>
          <p:cNvPr id="769" name="Google Shape;769;p73"/>
          <p:cNvSpPr/>
          <p:nvPr/>
        </p:nvSpPr>
        <p:spPr>
          <a:xfrm>
            <a:off x="152857" y="30018"/>
            <a:ext cx="8702700" cy="633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lnSpc>
                <a:spcPct val="140000"/>
              </a:lnSpc>
              <a:spcBef>
                <a:spcPts val="0"/>
              </a:spcBef>
              <a:spcAft>
                <a:spcPts val="600"/>
              </a:spcAft>
              <a:buNone/>
            </a:pPr>
            <a:r>
              <a:rPr lang="en" sz="1700" b="1">
                <a:solidFill>
                  <a:srgbClr val="FAF6F6"/>
                </a:solidFill>
                <a:latin typeface="Comic Sans MS"/>
                <a:ea typeface="Comic Sans MS"/>
                <a:cs typeface="Comic Sans MS"/>
                <a:sym typeface="Comic Sans MS"/>
              </a:rPr>
              <a:t>Average Energy Consumption by Day of Week (Categorical Feature Analysis)</a:t>
            </a:r>
            <a:endParaRPr sz="5200" b="1">
              <a:solidFill>
                <a:srgbClr val="FAF6F6"/>
              </a:solidFill>
              <a:latin typeface="Comic Sans MS"/>
              <a:ea typeface="Comic Sans MS"/>
              <a:cs typeface="Comic Sans MS"/>
              <a:sym typeface="Comic Sans M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74"/>
          <p:cNvSpPr txBox="1"/>
          <p:nvPr/>
        </p:nvSpPr>
        <p:spPr>
          <a:xfrm>
            <a:off x="353066" y="180983"/>
            <a:ext cx="8329500" cy="820500"/>
          </a:xfrm>
          <a:prstGeom prst="rect">
            <a:avLst/>
          </a:prstGeom>
          <a:noFill/>
          <a:ln>
            <a:noFill/>
          </a:ln>
        </p:spPr>
        <p:txBody>
          <a:bodyPr spcFirstLastPara="1" wrap="square" lIns="91425" tIns="91425" rIns="91425" bIns="91425" anchor="t" anchorCtr="0">
            <a:spAutoFit/>
          </a:bodyPr>
          <a:lstStyle/>
          <a:p>
            <a:pPr marL="190500" marR="190500" lvl="0" indent="0" algn="l" rtl="0">
              <a:lnSpc>
                <a:spcPct val="140000"/>
              </a:lnSpc>
              <a:spcBef>
                <a:spcPts val="0"/>
              </a:spcBef>
              <a:spcAft>
                <a:spcPts val="0"/>
              </a:spcAft>
              <a:buNone/>
            </a:pPr>
            <a:endParaRPr sz="1700" u="sng">
              <a:solidFill>
                <a:srgbClr val="07071B"/>
              </a:solidFill>
              <a:latin typeface="Comic Sans MS"/>
              <a:ea typeface="Comic Sans MS"/>
              <a:cs typeface="Comic Sans MS"/>
              <a:sym typeface="Comic Sans MS"/>
            </a:endParaRPr>
          </a:p>
          <a:p>
            <a:pPr marL="0" lvl="0" indent="0" algn="l" rtl="0">
              <a:lnSpc>
                <a:spcPct val="170000"/>
              </a:lnSpc>
              <a:spcBef>
                <a:spcPts val="600"/>
              </a:spcBef>
              <a:spcAft>
                <a:spcPts val="1200"/>
              </a:spcAft>
              <a:buNone/>
            </a:pPr>
            <a:r>
              <a:rPr lang="en" sz="1250">
                <a:solidFill>
                  <a:srgbClr val="07071B"/>
                </a:solidFill>
                <a:latin typeface="Comic Sans MS"/>
                <a:ea typeface="Comic Sans MS"/>
                <a:cs typeface="Comic Sans MS"/>
                <a:sym typeface="Comic Sans MS"/>
              </a:rPr>
              <a:t>Visualization: Heatmap showing Pearson correlation coefficients between numerical features.</a:t>
            </a:r>
            <a:endParaRPr sz="1250">
              <a:solidFill>
                <a:srgbClr val="07071B"/>
              </a:solidFill>
              <a:latin typeface="Comic Sans MS"/>
              <a:ea typeface="Comic Sans MS"/>
              <a:cs typeface="Comic Sans MS"/>
              <a:sym typeface="Comic Sans MS"/>
            </a:endParaRPr>
          </a:p>
        </p:txBody>
      </p:sp>
      <p:sp>
        <p:nvSpPr>
          <p:cNvPr id="775" name="Google Shape;775;p74"/>
          <p:cNvSpPr/>
          <p:nvPr/>
        </p:nvSpPr>
        <p:spPr>
          <a:xfrm>
            <a:off x="152857" y="30018"/>
            <a:ext cx="8702700" cy="633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600"/>
              </a:spcAft>
              <a:buNone/>
            </a:pPr>
            <a:r>
              <a:rPr lang="en" sz="2100" b="1">
                <a:solidFill>
                  <a:srgbClr val="FAF6F6"/>
                </a:solidFill>
                <a:latin typeface="Comic Sans MS"/>
                <a:ea typeface="Comic Sans MS"/>
                <a:cs typeface="Comic Sans MS"/>
                <a:sym typeface="Comic Sans MS"/>
              </a:rPr>
              <a:t>Correlation Heatmap (Numerical Feature Interdependence)</a:t>
            </a:r>
            <a:endParaRPr sz="5800" b="1">
              <a:solidFill>
                <a:srgbClr val="FAF6F6"/>
              </a:solidFill>
              <a:latin typeface="Comic Sans MS"/>
              <a:ea typeface="Comic Sans MS"/>
              <a:cs typeface="Comic Sans MS"/>
              <a:sym typeface="Comic Sans MS"/>
            </a:endParaRPr>
          </a:p>
        </p:txBody>
      </p:sp>
      <p:pic>
        <p:nvPicPr>
          <p:cNvPr id="776" name="Google Shape;776;p74"/>
          <p:cNvPicPr preferRelativeResize="0"/>
          <p:nvPr/>
        </p:nvPicPr>
        <p:blipFill>
          <a:blip r:embed="rId3">
            <a:alphaModFix/>
          </a:blip>
          <a:stretch>
            <a:fillRect/>
          </a:stretch>
        </p:blipFill>
        <p:spPr>
          <a:xfrm>
            <a:off x="173987" y="1055851"/>
            <a:ext cx="6073675" cy="3711400"/>
          </a:xfrm>
          <a:prstGeom prst="rect">
            <a:avLst/>
          </a:prstGeom>
          <a:noFill/>
          <a:ln>
            <a:noFill/>
          </a:ln>
        </p:spPr>
      </p:pic>
      <p:sp>
        <p:nvSpPr>
          <p:cNvPr id="777" name="Google Shape;777;p74"/>
          <p:cNvSpPr txBox="1"/>
          <p:nvPr/>
        </p:nvSpPr>
        <p:spPr>
          <a:xfrm>
            <a:off x="6124375" y="902569"/>
            <a:ext cx="3019500" cy="4056000"/>
          </a:xfrm>
          <a:prstGeom prst="rect">
            <a:avLst/>
          </a:prstGeom>
          <a:noFill/>
          <a:ln>
            <a:noFill/>
          </a:ln>
        </p:spPr>
        <p:txBody>
          <a:bodyPr spcFirstLastPara="1" wrap="square" lIns="91425" tIns="91425" rIns="91425" bIns="91425" anchor="t" anchorCtr="0">
            <a:spAutoFit/>
          </a:bodyPr>
          <a:lstStyle/>
          <a:p>
            <a:pPr marL="457200" lvl="0" indent="-292100" algn="l" rtl="0">
              <a:lnSpc>
                <a:spcPct val="115000"/>
              </a:lnSpc>
              <a:spcBef>
                <a:spcPts val="1200"/>
              </a:spcBef>
              <a:spcAft>
                <a:spcPts val="0"/>
              </a:spcAft>
              <a:buSzPts val="1000"/>
              <a:buChar char="●"/>
            </a:pPr>
            <a:r>
              <a:rPr lang="en" sz="1000"/>
              <a:t>Heatmap represents </a:t>
            </a:r>
            <a:r>
              <a:rPr lang="en" sz="1000" b="1"/>
              <a:t>Pearson correlation</a:t>
            </a:r>
            <a:r>
              <a:rPr lang="en" sz="1000"/>
              <a:t> between numerical features</a:t>
            </a:r>
            <a:endParaRPr sz="1000"/>
          </a:p>
          <a:p>
            <a:pPr marL="457200" lvl="0" indent="-292100" algn="l" rtl="0">
              <a:lnSpc>
                <a:spcPct val="115000"/>
              </a:lnSpc>
              <a:spcBef>
                <a:spcPts val="0"/>
              </a:spcBef>
              <a:spcAft>
                <a:spcPts val="0"/>
              </a:spcAft>
              <a:buSzPts val="1000"/>
              <a:buChar char="●"/>
            </a:pPr>
            <a:r>
              <a:rPr lang="en" sz="1000" b="1"/>
              <a:t>Square Footage</a:t>
            </a:r>
            <a:r>
              <a:rPr lang="en" sz="1000"/>
              <a:t> shows the </a:t>
            </a:r>
            <a:r>
              <a:rPr lang="en" sz="1000" b="1"/>
              <a:t>strongest positive correlation (0.77)</a:t>
            </a:r>
            <a:r>
              <a:rPr lang="en" sz="1000"/>
              <a:t> with Energy Consumption</a:t>
            </a:r>
            <a:endParaRPr sz="1000"/>
          </a:p>
          <a:p>
            <a:pPr marL="457200" lvl="0" indent="-292100" algn="l" rtl="0">
              <a:lnSpc>
                <a:spcPct val="115000"/>
              </a:lnSpc>
              <a:spcBef>
                <a:spcPts val="0"/>
              </a:spcBef>
              <a:spcAft>
                <a:spcPts val="0"/>
              </a:spcAft>
              <a:buSzPts val="1000"/>
              <a:buChar char="●"/>
            </a:pPr>
            <a:r>
              <a:rPr lang="en" sz="1000" b="1"/>
              <a:t>Building Type</a:t>
            </a:r>
            <a:r>
              <a:rPr lang="en" sz="1000"/>
              <a:t> has a </a:t>
            </a:r>
            <a:r>
              <a:rPr lang="en" sz="1000" b="1"/>
              <a:t>moderate positive correlation (0.46)</a:t>
            </a:r>
            <a:r>
              <a:rPr lang="en" sz="1000"/>
              <a:t> with Energy Consumption</a:t>
            </a:r>
            <a:endParaRPr sz="1000"/>
          </a:p>
          <a:p>
            <a:pPr marL="457200" lvl="0" indent="-292100" algn="l" rtl="0">
              <a:lnSpc>
                <a:spcPct val="115000"/>
              </a:lnSpc>
              <a:spcBef>
                <a:spcPts val="0"/>
              </a:spcBef>
              <a:spcAft>
                <a:spcPts val="0"/>
              </a:spcAft>
              <a:buSzPts val="1000"/>
              <a:buChar char="●"/>
            </a:pPr>
            <a:r>
              <a:rPr lang="en" sz="1000" b="1"/>
              <a:t>Number of Occupants</a:t>
            </a:r>
            <a:r>
              <a:rPr lang="en" sz="1000"/>
              <a:t> shows a </a:t>
            </a:r>
            <a:r>
              <a:rPr lang="en" sz="1000" b="1"/>
              <a:t>positive correlation (0.35)</a:t>
            </a:r>
            <a:r>
              <a:rPr lang="en" sz="1000"/>
              <a:t> with Energy Consumption</a:t>
            </a:r>
            <a:endParaRPr sz="1000"/>
          </a:p>
          <a:p>
            <a:pPr marL="457200" lvl="0" indent="-292100" algn="l" rtl="0">
              <a:lnSpc>
                <a:spcPct val="115000"/>
              </a:lnSpc>
              <a:spcBef>
                <a:spcPts val="0"/>
              </a:spcBef>
              <a:spcAft>
                <a:spcPts val="0"/>
              </a:spcAft>
              <a:buSzPts val="1000"/>
              <a:buChar char="●"/>
            </a:pPr>
            <a:r>
              <a:rPr lang="en" sz="1000" b="1"/>
              <a:t>Appliances Used</a:t>
            </a:r>
            <a:r>
              <a:rPr lang="en" sz="1000"/>
              <a:t> also contributes positively (</a:t>
            </a:r>
            <a:r>
              <a:rPr lang="en" sz="1000" b="1"/>
              <a:t>0.30</a:t>
            </a:r>
            <a:r>
              <a:rPr lang="en" sz="1000"/>
              <a:t>) to energy usage</a:t>
            </a:r>
            <a:endParaRPr sz="1000"/>
          </a:p>
          <a:p>
            <a:pPr marL="457200" lvl="0" indent="-292100" algn="l" rtl="0">
              <a:lnSpc>
                <a:spcPct val="115000"/>
              </a:lnSpc>
              <a:spcBef>
                <a:spcPts val="0"/>
              </a:spcBef>
              <a:spcAft>
                <a:spcPts val="0"/>
              </a:spcAft>
              <a:buSzPts val="1000"/>
              <a:buChar char="●"/>
            </a:pPr>
            <a:r>
              <a:rPr lang="en" sz="1000" b="1"/>
              <a:t>Average Temperature</a:t>
            </a:r>
            <a:r>
              <a:rPr lang="en" sz="1000"/>
              <a:t> shows </a:t>
            </a:r>
            <a:r>
              <a:rPr lang="en" sz="1000" b="1"/>
              <a:t>negligible correlation (-0.038)</a:t>
            </a:r>
            <a:r>
              <a:rPr lang="en" sz="1000"/>
              <a:t> with Energy Consumption</a:t>
            </a:r>
            <a:endParaRPr sz="1000"/>
          </a:p>
          <a:p>
            <a:pPr marL="457200" lvl="0" indent="-292100" algn="l" rtl="0">
              <a:lnSpc>
                <a:spcPct val="115000"/>
              </a:lnSpc>
              <a:spcBef>
                <a:spcPts val="0"/>
              </a:spcBef>
              <a:spcAft>
                <a:spcPts val="0"/>
              </a:spcAft>
              <a:buSzPts val="1000"/>
              <a:buChar char="●"/>
            </a:pPr>
            <a:r>
              <a:rPr lang="en" sz="1000" b="1"/>
              <a:t>Day of Week</a:t>
            </a:r>
            <a:r>
              <a:rPr lang="en" sz="1000"/>
              <a:t> has </a:t>
            </a:r>
            <a:r>
              <a:rPr lang="en" sz="1000" b="1"/>
              <a:t>very weak influence (0.017)</a:t>
            </a:r>
            <a:r>
              <a:rPr lang="en" sz="1000"/>
              <a:t> on energy consumption</a:t>
            </a:r>
            <a:endParaRPr sz="1000"/>
          </a:p>
          <a:p>
            <a:pPr marL="457200" lvl="0" indent="-292100" algn="l" rtl="0">
              <a:lnSpc>
                <a:spcPct val="115000"/>
              </a:lnSpc>
              <a:spcBef>
                <a:spcPts val="0"/>
              </a:spcBef>
              <a:spcAft>
                <a:spcPts val="0"/>
              </a:spcAft>
              <a:buSzPts val="1000"/>
              <a:buChar char="●"/>
            </a:pPr>
            <a:r>
              <a:rPr lang="en" sz="1000"/>
              <a:t>Low inter-feature correlation confirms </a:t>
            </a:r>
            <a:r>
              <a:rPr lang="en" sz="1000" b="1"/>
              <a:t>minimal multicollinearity</a:t>
            </a:r>
            <a:endParaRPr sz="1000" b="1"/>
          </a:p>
          <a:p>
            <a:pPr marL="457200" lvl="0" indent="-292100" algn="l" rtl="0">
              <a:lnSpc>
                <a:spcPct val="115000"/>
              </a:lnSpc>
              <a:spcBef>
                <a:spcPts val="0"/>
              </a:spcBef>
              <a:spcAft>
                <a:spcPts val="0"/>
              </a:spcAft>
              <a:buSzPts val="1000"/>
              <a:buChar char="●"/>
            </a:pPr>
            <a:r>
              <a:rPr lang="en" sz="1000"/>
              <a:t>Results justify the effectiveness of </a:t>
            </a:r>
            <a:r>
              <a:rPr lang="en" sz="1000" b="1"/>
              <a:t>linear regression models</a:t>
            </a:r>
            <a:endParaRPr sz="1600" b="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75"/>
          <p:cNvSpPr/>
          <p:nvPr/>
        </p:nvSpPr>
        <p:spPr>
          <a:xfrm>
            <a:off x="2541104" y="440100"/>
            <a:ext cx="3631200" cy="633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600"/>
              </a:spcAft>
              <a:buNone/>
            </a:pPr>
            <a:r>
              <a:rPr lang="en" sz="2100" b="1">
                <a:solidFill>
                  <a:srgbClr val="FAF6F6"/>
                </a:solidFill>
                <a:latin typeface="Comic Sans MS"/>
                <a:ea typeface="Comic Sans MS"/>
                <a:cs typeface="Comic Sans MS"/>
                <a:sym typeface="Comic Sans MS"/>
              </a:rPr>
              <a:t>Skewness and Kurtosis</a:t>
            </a:r>
            <a:endParaRPr sz="2000" b="1">
              <a:solidFill>
                <a:srgbClr val="FAF6F6"/>
              </a:solidFill>
              <a:latin typeface="Comic Sans MS"/>
              <a:ea typeface="Comic Sans MS"/>
              <a:cs typeface="Comic Sans MS"/>
              <a:sym typeface="Comic Sans MS"/>
            </a:endParaRPr>
          </a:p>
        </p:txBody>
      </p:sp>
      <p:pic>
        <p:nvPicPr>
          <p:cNvPr id="783" name="Google Shape;783;p75"/>
          <p:cNvPicPr preferRelativeResize="0"/>
          <p:nvPr/>
        </p:nvPicPr>
        <p:blipFill rotWithShape="1">
          <a:blip r:embed="rId3">
            <a:alphaModFix/>
          </a:blip>
          <a:srcRect r="49517"/>
          <a:stretch/>
        </p:blipFill>
        <p:spPr>
          <a:xfrm>
            <a:off x="294215" y="1233144"/>
            <a:ext cx="4263249" cy="3500875"/>
          </a:xfrm>
          <a:prstGeom prst="rect">
            <a:avLst/>
          </a:prstGeom>
          <a:noFill/>
          <a:ln>
            <a:noFill/>
          </a:ln>
        </p:spPr>
      </p:pic>
      <p:pic>
        <p:nvPicPr>
          <p:cNvPr id="784" name="Google Shape;784;p75"/>
          <p:cNvPicPr preferRelativeResize="0"/>
          <p:nvPr/>
        </p:nvPicPr>
        <p:blipFill rotWithShape="1">
          <a:blip r:embed="rId3">
            <a:alphaModFix/>
          </a:blip>
          <a:srcRect l="49934"/>
          <a:stretch/>
        </p:blipFill>
        <p:spPr>
          <a:xfrm>
            <a:off x="4513968" y="1233144"/>
            <a:ext cx="4227976" cy="35008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76"/>
          <p:cNvSpPr txBox="1"/>
          <p:nvPr/>
        </p:nvSpPr>
        <p:spPr>
          <a:xfrm>
            <a:off x="121800" y="1063600"/>
            <a:ext cx="7568400" cy="42054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1200"/>
              </a:spcBef>
              <a:spcAft>
                <a:spcPts val="0"/>
              </a:spcAft>
              <a:buSzPts val="1300"/>
              <a:buChar char="●"/>
            </a:pPr>
            <a:r>
              <a:rPr lang="en" sz="1300" b="1">
                <a:latin typeface="Comic Sans MS"/>
                <a:ea typeface="Comic Sans MS"/>
                <a:cs typeface="Comic Sans MS"/>
                <a:sym typeface="Comic Sans MS"/>
              </a:rPr>
              <a:t>Skewness</a:t>
            </a:r>
            <a:r>
              <a:rPr lang="en" sz="1300">
                <a:latin typeface="Comic Sans MS"/>
                <a:ea typeface="Comic Sans MS"/>
                <a:cs typeface="Comic Sans MS"/>
                <a:sym typeface="Comic Sans MS"/>
              </a:rPr>
              <a:t> measures the </a:t>
            </a:r>
            <a:r>
              <a:rPr lang="en" sz="1300" b="1">
                <a:latin typeface="Comic Sans MS"/>
                <a:ea typeface="Comic Sans MS"/>
                <a:cs typeface="Comic Sans MS"/>
                <a:sym typeface="Comic Sans MS"/>
              </a:rPr>
              <a:t>asymmetry</a:t>
            </a:r>
            <a:r>
              <a:rPr lang="en" sz="1300">
                <a:latin typeface="Comic Sans MS"/>
                <a:ea typeface="Comic Sans MS"/>
                <a:cs typeface="Comic Sans MS"/>
                <a:sym typeface="Comic Sans MS"/>
              </a:rPr>
              <a:t> of the data distribution</a:t>
            </a:r>
            <a:br>
              <a:rPr lang="en" sz="1300">
                <a:latin typeface="Comic Sans MS"/>
                <a:ea typeface="Comic Sans MS"/>
                <a:cs typeface="Comic Sans MS"/>
                <a:sym typeface="Comic Sans MS"/>
              </a:rPr>
            </a:br>
            <a:endParaRPr sz="1300">
              <a:latin typeface="Comic Sans MS"/>
              <a:ea typeface="Comic Sans MS"/>
              <a:cs typeface="Comic Sans MS"/>
              <a:sym typeface="Comic Sans MS"/>
            </a:endParaRPr>
          </a:p>
          <a:p>
            <a:pPr marL="457200" lvl="0" indent="-311150" algn="l" rtl="0">
              <a:lnSpc>
                <a:spcPct val="115000"/>
              </a:lnSpc>
              <a:spcBef>
                <a:spcPts val="0"/>
              </a:spcBef>
              <a:spcAft>
                <a:spcPts val="0"/>
              </a:spcAft>
              <a:buSzPts val="1300"/>
              <a:buChar char="●"/>
            </a:pPr>
            <a:r>
              <a:rPr lang="en" sz="1300" b="1">
                <a:latin typeface="Comic Sans MS"/>
                <a:ea typeface="Comic Sans MS"/>
                <a:cs typeface="Comic Sans MS"/>
                <a:sym typeface="Comic Sans MS"/>
              </a:rPr>
              <a:t>Kurtosis</a:t>
            </a:r>
            <a:r>
              <a:rPr lang="en" sz="1300">
                <a:latin typeface="Comic Sans MS"/>
                <a:ea typeface="Comic Sans MS"/>
                <a:cs typeface="Comic Sans MS"/>
                <a:sym typeface="Comic Sans MS"/>
              </a:rPr>
              <a:t> measures the </a:t>
            </a:r>
            <a:r>
              <a:rPr lang="en" sz="1300" b="1">
                <a:latin typeface="Comic Sans MS"/>
                <a:ea typeface="Comic Sans MS"/>
                <a:cs typeface="Comic Sans MS"/>
                <a:sym typeface="Comic Sans MS"/>
              </a:rPr>
              <a:t>tailedness</a:t>
            </a:r>
            <a:r>
              <a:rPr lang="en" sz="1300">
                <a:latin typeface="Comic Sans MS"/>
                <a:ea typeface="Comic Sans MS"/>
                <a:cs typeface="Comic Sans MS"/>
                <a:sym typeface="Comic Sans MS"/>
              </a:rPr>
              <a:t> or presence of outliers</a:t>
            </a:r>
            <a:br>
              <a:rPr lang="en" sz="1300">
                <a:latin typeface="Comic Sans MS"/>
                <a:ea typeface="Comic Sans MS"/>
                <a:cs typeface="Comic Sans MS"/>
                <a:sym typeface="Comic Sans MS"/>
              </a:rPr>
            </a:br>
            <a:endParaRPr sz="1300">
              <a:latin typeface="Comic Sans MS"/>
              <a:ea typeface="Comic Sans MS"/>
              <a:cs typeface="Comic Sans MS"/>
              <a:sym typeface="Comic Sans MS"/>
            </a:endParaRPr>
          </a:p>
          <a:p>
            <a:pPr marL="0" lvl="0" indent="0" algn="l" rtl="0">
              <a:lnSpc>
                <a:spcPct val="115000"/>
              </a:lnSpc>
              <a:spcBef>
                <a:spcPts val="1400"/>
              </a:spcBef>
              <a:spcAft>
                <a:spcPts val="0"/>
              </a:spcAft>
              <a:buNone/>
            </a:pPr>
            <a:r>
              <a:rPr lang="en" sz="1500" b="1">
                <a:latin typeface="Comic Sans MS"/>
                <a:ea typeface="Comic Sans MS"/>
                <a:cs typeface="Comic Sans MS"/>
                <a:sym typeface="Comic Sans MS"/>
              </a:rPr>
              <a:t>Observations:</a:t>
            </a:r>
            <a:endParaRPr sz="1500" b="1">
              <a:latin typeface="Comic Sans MS"/>
              <a:ea typeface="Comic Sans MS"/>
              <a:cs typeface="Comic Sans MS"/>
              <a:sym typeface="Comic Sans MS"/>
            </a:endParaRPr>
          </a:p>
          <a:p>
            <a:pPr marL="457200" lvl="0" indent="-311150" algn="l" rtl="0">
              <a:lnSpc>
                <a:spcPct val="115000"/>
              </a:lnSpc>
              <a:spcBef>
                <a:spcPts val="1200"/>
              </a:spcBef>
              <a:spcAft>
                <a:spcPts val="0"/>
              </a:spcAft>
              <a:buSzPts val="1300"/>
              <a:buChar char="●"/>
            </a:pPr>
            <a:r>
              <a:rPr lang="en" sz="1300">
                <a:latin typeface="Comic Sans MS"/>
                <a:ea typeface="Comic Sans MS"/>
                <a:cs typeface="Comic Sans MS"/>
                <a:sym typeface="Comic Sans MS"/>
              </a:rPr>
              <a:t>Energy consumption shows </a:t>
            </a:r>
            <a:r>
              <a:rPr lang="en" sz="1300" b="1">
                <a:latin typeface="Comic Sans MS"/>
                <a:ea typeface="Comic Sans MS"/>
                <a:cs typeface="Comic Sans MS"/>
                <a:sym typeface="Comic Sans MS"/>
              </a:rPr>
              <a:t>slight positive skewness</a:t>
            </a:r>
            <a:r>
              <a:rPr lang="en" sz="1300">
                <a:latin typeface="Comic Sans MS"/>
                <a:ea typeface="Comic Sans MS"/>
                <a:cs typeface="Comic Sans MS"/>
                <a:sym typeface="Comic Sans MS"/>
              </a:rPr>
              <a:t>, indicating more high-value observations</a:t>
            </a:r>
            <a:br>
              <a:rPr lang="en" sz="1300">
                <a:latin typeface="Comic Sans MS"/>
                <a:ea typeface="Comic Sans MS"/>
                <a:cs typeface="Comic Sans MS"/>
                <a:sym typeface="Comic Sans MS"/>
              </a:rPr>
            </a:br>
            <a:endParaRPr sz="1300">
              <a:latin typeface="Comic Sans MS"/>
              <a:ea typeface="Comic Sans MS"/>
              <a:cs typeface="Comic Sans MS"/>
              <a:sym typeface="Comic Sans MS"/>
            </a:endParaRPr>
          </a:p>
          <a:p>
            <a:pPr marL="457200" lvl="0" indent="-311150" algn="l" rtl="0">
              <a:lnSpc>
                <a:spcPct val="115000"/>
              </a:lnSpc>
              <a:spcBef>
                <a:spcPts val="0"/>
              </a:spcBef>
              <a:spcAft>
                <a:spcPts val="0"/>
              </a:spcAft>
              <a:buSzPts val="1300"/>
              <a:buChar char="●"/>
            </a:pPr>
            <a:r>
              <a:rPr lang="en" sz="1300">
                <a:latin typeface="Comic Sans MS"/>
                <a:ea typeface="Comic Sans MS"/>
                <a:cs typeface="Comic Sans MS"/>
                <a:sym typeface="Comic Sans MS"/>
              </a:rPr>
              <a:t>Most numerical features are </a:t>
            </a:r>
            <a:r>
              <a:rPr lang="en" sz="1300" b="1">
                <a:latin typeface="Comic Sans MS"/>
                <a:ea typeface="Comic Sans MS"/>
                <a:cs typeface="Comic Sans MS"/>
                <a:sym typeface="Comic Sans MS"/>
              </a:rPr>
              <a:t>approximately symmetric</a:t>
            </a:r>
            <a:br>
              <a:rPr lang="en" sz="1300" b="1">
                <a:latin typeface="Comic Sans MS"/>
                <a:ea typeface="Comic Sans MS"/>
                <a:cs typeface="Comic Sans MS"/>
                <a:sym typeface="Comic Sans MS"/>
              </a:rPr>
            </a:br>
            <a:endParaRPr sz="1300" b="1">
              <a:latin typeface="Comic Sans MS"/>
              <a:ea typeface="Comic Sans MS"/>
              <a:cs typeface="Comic Sans MS"/>
              <a:sym typeface="Comic Sans MS"/>
            </a:endParaRPr>
          </a:p>
          <a:p>
            <a:pPr marL="457200" lvl="0" indent="-311150" algn="l" rtl="0">
              <a:lnSpc>
                <a:spcPct val="115000"/>
              </a:lnSpc>
              <a:spcBef>
                <a:spcPts val="0"/>
              </a:spcBef>
              <a:spcAft>
                <a:spcPts val="0"/>
              </a:spcAft>
              <a:buSzPts val="1300"/>
              <a:buChar char="●"/>
            </a:pPr>
            <a:r>
              <a:rPr lang="en" sz="1300">
                <a:latin typeface="Comic Sans MS"/>
                <a:ea typeface="Comic Sans MS"/>
                <a:cs typeface="Comic Sans MS"/>
                <a:sym typeface="Comic Sans MS"/>
              </a:rPr>
              <a:t>Kurtosis values are </a:t>
            </a:r>
            <a:r>
              <a:rPr lang="en" sz="1300" b="1">
                <a:latin typeface="Comic Sans MS"/>
                <a:ea typeface="Comic Sans MS"/>
                <a:cs typeface="Comic Sans MS"/>
                <a:sym typeface="Comic Sans MS"/>
              </a:rPr>
              <a:t>moderate</a:t>
            </a:r>
            <a:r>
              <a:rPr lang="en" sz="1300">
                <a:latin typeface="Comic Sans MS"/>
                <a:ea typeface="Comic Sans MS"/>
                <a:cs typeface="Comic Sans MS"/>
                <a:sym typeface="Comic Sans MS"/>
              </a:rPr>
              <a:t>, indicating no extreme outliers</a:t>
            </a:r>
            <a:br>
              <a:rPr lang="en" sz="1300">
                <a:latin typeface="Comic Sans MS"/>
                <a:ea typeface="Comic Sans MS"/>
                <a:cs typeface="Comic Sans MS"/>
                <a:sym typeface="Comic Sans MS"/>
              </a:rPr>
            </a:br>
            <a:endParaRPr sz="1300">
              <a:latin typeface="Comic Sans MS"/>
              <a:ea typeface="Comic Sans MS"/>
              <a:cs typeface="Comic Sans MS"/>
              <a:sym typeface="Comic Sans MS"/>
            </a:endParaRPr>
          </a:p>
          <a:p>
            <a:pPr marL="457200" lvl="0" indent="-311150" algn="l" rtl="0">
              <a:lnSpc>
                <a:spcPct val="115000"/>
              </a:lnSpc>
              <a:spcBef>
                <a:spcPts val="0"/>
              </a:spcBef>
              <a:spcAft>
                <a:spcPts val="0"/>
              </a:spcAft>
              <a:buSzPts val="1300"/>
              <a:buChar char="●"/>
            </a:pPr>
            <a:r>
              <a:rPr lang="en" sz="1300">
                <a:latin typeface="Comic Sans MS"/>
                <a:ea typeface="Comic Sans MS"/>
                <a:cs typeface="Comic Sans MS"/>
                <a:sym typeface="Comic Sans MS"/>
              </a:rPr>
              <a:t>Data distribution is </a:t>
            </a:r>
            <a:r>
              <a:rPr lang="en" sz="1300" b="1">
                <a:latin typeface="Comic Sans MS"/>
                <a:ea typeface="Comic Sans MS"/>
                <a:cs typeface="Comic Sans MS"/>
                <a:sym typeface="Comic Sans MS"/>
              </a:rPr>
              <a:t>close to normal</a:t>
            </a:r>
            <a:r>
              <a:rPr lang="en" sz="1300">
                <a:latin typeface="Comic Sans MS"/>
                <a:ea typeface="Comic Sans MS"/>
                <a:cs typeface="Comic Sans MS"/>
                <a:sym typeface="Comic Sans MS"/>
              </a:rPr>
              <a:t>, suitable for regression modeling</a:t>
            </a:r>
            <a:br>
              <a:rPr lang="en" sz="1300">
                <a:latin typeface="Comic Sans MS"/>
                <a:ea typeface="Comic Sans MS"/>
                <a:cs typeface="Comic Sans MS"/>
                <a:sym typeface="Comic Sans MS"/>
              </a:rPr>
            </a:br>
            <a:endParaRPr sz="1300">
              <a:latin typeface="Comic Sans MS"/>
              <a:ea typeface="Comic Sans MS"/>
              <a:cs typeface="Comic Sans MS"/>
              <a:sym typeface="Comic Sans MS"/>
            </a:endParaRPr>
          </a:p>
          <a:p>
            <a:pPr marL="457200" lvl="0" indent="-311150" algn="l" rtl="0">
              <a:lnSpc>
                <a:spcPct val="115000"/>
              </a:lnSpc>
              <a:spcBef>
                <a:spcPts val="0"/>
              </a:spcBef>
              <a:spcAft>
                <a:spcPts val="0"/>
              </a:spcAft>
              <a:buSzPts val="1300"/>
              <a:buFont typeface="Comic Sans MS"/>
              <a:buChar char="●"/>
            </a:pPr>
            <a:r>
              <a:rPr lang="en" sz="1300">
                <a:latin typeface="Comic Sans MS"/>
                <a:ea typeface="Comic Sans MS"/>
                <a:cs typeface="Comic Sans MS"/>
                <a:sym typeface="Comic Sans MS"/>
              </a:rPr>
              <a:t>No heavy-tailed behavior affecting model performance</a:t>
            </a:r>
            <a:br>
              <a:rPr lang="en" sz="1300">
                <a:latin typeface="Comic Sans MS"/>
                <a:ea typeface="Comic Sans MS"/>
                <a:cs typeface="Comic Sans MS"/>
                <a:sym typeface="Comic Sans MS"/>
              </a:rPr>
            </a:br>
            <a:endParaRPr sz="1300">
              <a:latin typeface="Comic Sans MS"/>
              <a:ea typeface="Comic Sans MS"/>
              <a:cs typeface="Comic Sans MS"/>
              <a:sym typeface="Comic Sans MS"/>
            </a:endParaRPr>
          </a:p>
        </p:txBody>
      </p:sp>
      <p:pic>
        <p:nvPicPr>
          <p:cNvPr id="790" name="Google Shape;790;p76"/>
          <p:cNvPicPr preferRelativeResize="0"/>
          <p:nvPr/>
        </p:nvPicPr>
        <p:blipFill>
          <a:blip r:embed="rId3">
            <a:alphaModFix/>
          </a:blip>
          <a:stretch>
            <a:fillRect/>
          </a:stretch>
        </p:blipFill>
        <p:spPr>
          <a:xfrm>
            <a:off x="5626703" y="407289"/>
            <a:ext cx="3426100" cy="2024128"/>
          </a:xfrm>
          <a:prstGeom prst="rect">
            <a:avLst/>
          </a:prstGeom>
          <a:noFill/>
          <a:ln>
            <a:noFill/>
          </a:ln>
        </p:spPr>
      </p:pic>
      <p:sp>
        <p:nvSpPr>
          <p:cNvPr id="791" name="Google Shape;791;p76"/>
          <p:cNvSpPr/>
          <p:nvPr/>
        </p:nvSpPr>
        <p:spPr>
          <a:xfrm>
            <a:off x="1236204" y="266125"/>
            <a:ext cx="3631200" cy="633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600"/>
              </a:spcAft>
              <a:buNone/>
            </a:pPr>
            <a:r>
              <a:rPr lang="en" sz="2100" b="1">
                <a:solidFill>
                  <a:srgbClr val="FAF6F6"/>
                </a:solidFill>
                <a:latin typeface="Comic Sans MS"/>
                <a:ea typeface="Comic Sans MS"/>
                <a:cs typeface="Comic Sans MS"/>
                <a:sym typeface="Comic Sans MS"/>
              </a:rPr>
              <a:t>Skewness and Kurtosis</a:t>
            </a:r>
            <a:endParaRPr sz="2000" b="1">
              <a:solidFill>
                <a:srgbClr val="FAF6F6"/>
              </a:solidFill>
              <a:latin typeface="Comic Sans MS"/>
              <a:ea typeface="Comic Sans MS"/>
              <a:cs typeface="Comic Sans MS"/>
              <a:sym typeface="Comic Sans M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77"/>
          <p:cNvSpPr txBox="1"/>
          <p:nvPr/>
        </p:nvSpPr>
        <p:spPr>
          <a:xfrm>
            <a:off x="595981" y="2319740"/>
            <a:ext cx="7837200" cy="2712600"/>
          </a:xfrm>
          <a:prstGeom prst="rect">
            <a:avLst/>
          </a:prstGeom>
          <a:noFill/>
          <a:ln>
            <a:noFill/>
          </a:ln>
        </p:spPr>
        <p:txBody>
          <a:bodyPr spcFirstLastPara="1" wrap="square" lIns="91425" tIns="91425" rIns="91425" bIns="91425" anchor="t" anchorCtr="0">
            <a:spAutoFit/>
          </a:bodyPr>
          <a:lstStyle/>
          <a:p>
            <a:pPr marL="190500" marR="190500" lvl="0" indent="0" algn="l" rtl="0">
              <a:lnSpc>
                <a:spcPct val="140000"/>
              </a:lnSpc>
              <a:spcBef>
                <a:spcPts val="0"/>
              </a:spcBef>
              <a:spcAft>
                <a:spcPts val="0"/>
              </a:spcAft>
              <a:buNone/>
            </a:pPr>
            <a:endParaRPr sz="1900" u="sng">
              <a:solidFill>
                <a:srgbClr val="07071B"/>
              </a:solidFill>
              <a:latin typeface="Comic Sans MS"/>
              <a:ea typeface="Comic Sans MS"/>
              <a:cs typeface="Comic Sans MS"/>
              <a:sym typeface="Comic Sans MS"/>
            </a:endParaRPr>
          </a:p>
          <a:p>
            <a:pPr marL="457200" lvl="0" indent="-307975" algn="l" rtl="0">
              <a:lnSpc>
                <a:spcPct val="115000"/>
              </a:lnSpc>
              <a:spcBef>
                <a:spcPts val="1200"/>
              </a:spcBef>
              <a:spcAft>
                <a:spcPts val="0"/>
              </a:spcAft>
              <a:buClr>
                <a:srgbClr val="3C4043"/>
              </a:buClr>
              <a:buSzPts val="1250"/>
              <a:buFont typeface="Comic Sans MS"/>
              <a:buChar char="●"/>
            </a:pPr>
            <a:r>
              <a:rPr lang="en" sz="1250">
                <a:solidFill>
                  <a:srgbClr val="3C4043"/>
                </a:solidFill>
                <a:latin typeface="Comic Sans MS"/>
                <a:ea typeface="Comic Sans MS"/>
                <a:cs typeface="Comic Sans MS"/>
                <a:sym typeface="Comic Sans MS"/>
              </a:rPr>
              <a:t>All numerical columns (after encoding, which includes the new binary columns) are selected.</a:t>
            </a:r>
            <a:endParaRPr sz="1250">
              <a:solidFill>
                <a:srgbClr val="3C4043"/>
              </a:solidFill>
              <a:latin typeface="Comic Sans MS"/>
              <a:ea typeface="Comic Sans MS"/>
              <a:cs typeface="Comic Sans MS"/>
              <a:sym typeface="Comic Sans MS"/>
            </a:endParaRPr>
          </a:p>
          <a:p>
            <a:pPr marL="457200" lvl="0" indent="-307975" algn="l" rtl="0">
              <a:lnSpc>
                <a:spcPct val="115000"/>
              </a:lnSpc>
              <a:spcBef>
                <a:spcPts val="0"/>
              </a:spcBef>
              <a:spcAft>
                <a:spcPts val="0"/>
              </a:spcAft>
              <a:buClr>
                <a:srgbClr val="3C4043"/>
              </a:buClr>
              <a:buSzPts val="1250"/>
              <a:buChar char="●"/>
            </a:pPr>
            <a:r>
              <a:rPr lang="en" sz="1250">
                <a:solidFill>
                  <a:srgbClr val="3C4043"/>
                </a:solidFill>
                <a:latin typeface="Comic Sans MS"/>
                <a:ea typeface="Comic Sans MS"/>
                <a:cs typeface="Comic Sans MS"/>
                <a:sym typeface="Comic Sans MS"/>
              </a:rPr>
              <a:t>A StandardScaler is initialized.</a:t>
            </a:r>
            <a:endParaRPr sz="1250">
              <a:solidFill>
                <a:srgbClr val="3C4043"/>
              </a:solidFill>
              <a:latin typeface="Comic Sans MS"/>
              <a:ea typeface="Comic Sans MS"/>
              <a:cs typeface="Comic Sans MS"/>
              <a:sym typeface="Comic Sans MS"/>
            </a:endParaRPr>
          </a:p>
          <a:p>
            <a:pPr marL="457200" lvl="0" indent="-307975" algn="l" rtl="0">
              <a:lnSpc>
                <a:spcPct val="115000"/>
              </a:lnSpc>
              <a:spcBef>
                <a:spcPts val="0"/>
              </a:spcBef>
              <a:spcAft>
                <a:spcPts val="0"/>
              </a:spcAft>
              <a:buClr>
                <a:srgbClr val="3C4043"/>
              </a:buClr>
              <a:buSzPts val="1250"/>
              <a:buChar char="●"/>
            </a:pPr>
            <a:r>
              <a:rPr lang="en" sz="1250">
                <a:solidFill>
                  <a:srgbClr val="3C4043"/>
                </a:solidFill>
                <a:latin typeface="Comic Sans MS"/>
                <a:ea typeface="Comic Sans MS"/>
                <a:cs typeface="Comic Sans MS"/>
                <a:sym typeface="Comic Sans MS"/>
              </a:rPr>
              <a:t>The scaler is fitted only on the training data (x_train) to calculate the mean and standard deviation.</a:t>
            </a:r>
            <a:endParaRPr sz="1250">
              <a:solidFill>
                <a:srgbClr val="3C4043"/>
              </a:solidFill>
              <a:latin typeface="Comic Sans MS"/>
              <a:ea typeface="Comic Sans MS"/>
              <a:cs typeface="Comic Sans MS"/>
              <a:sym typeface="Comic Sans MS"/>
            </a:endParaRPr>
          </a:p>
          <a:p>
            <a:pPr marL="457200" lvl="0" indent="-307975" algn="l" rtl="0">
              <a:lnSpc>
                <a:spcPct val="115000"/>
              </a:lnSpc>
              <a:spcBef>
                <a:spcPts val="0"/>
              </a:spcBef>
              <a:spcAft>
                <a:spcPts val="0"/>
              </a:spcAft>
              <a:buClr>
                <a:srgbClr val="3C4043"/>
              </a:buClr>
              <a:buSzPts val="1250"/>
              <a:buFont typeface="Comic Sans MS"/>
              <a:buChar char="●"/>
            </a:pPr>
            <a:r>
              <a:rPr lang="en" sz="1250">
                <a:solidFill>
                  <a:srgbClr val="3C4043"/>
                </a:solidFill>
                <a:latin typeface="Comic Sans MS"/>
                <a:ea typeface="Comic Sans MS"/>
                <a:cs typeface="Comic Sans MS"/>
                <a:sym typeface="Comic Sans MS"/>
              </a:rPr>
              <a:t>Both the training and testing data are transformed using the parameters learned from the training data. This prevents data leakage from the test set into the training process.</a:t>
            </a:r>
            <a:endParaRPr sz="1250">
              <a:solidFill>
                <a:srgbClr val="3C4043"/>
              </a:solidFill>
              <a:latin typeface="Comic Sans MS"/>
              <a:ea typeface="Comic Sans MS"/>
              <a:cs typeface="Comic Sans MS"/>
              <a:sym typeface="Comic Sans MS"/>
            </a:endParaRPr>
          </a:p>
          <a:p>
            <a:pPr marL="457200" lvl="0" indent="-307975" algn="l" rtl="0">
              <a:lnSpc>
                <a:spcPct val="115000"/>
              </a:lnSpc>
              <a:spcBef>
                <a:spcPts val="0"/>
              </a:spcBef>
              <a:spcAft>
                <a:spcPts val="0"/>
              </a:spcAft>
              <a:buClr>
                <a:srgbClr val="3C4043"/>
              </a:buClr>
              <a:buSzPts val="1250"/>
              <a:buFont typeface="Comic Sans MS"/>
              <a:buChar char="●"/>
            </a:pPr>
            <a:r>
              <a:rPr lang="en" sz="1250">
                <a:solidFill>
                  <a:srgbClr val="3C4043"/>
                </a:solidFill>
                <a:latin typeface="Comic Sans MS"/>
                <a:ea typeface="Comic Sans MS"/>
                <a:cs typeface="Comic Sans MS"/>
                <a:sym typeface="Comic Sans MS"/>
              </a:rPr>
              <a:t>The scaled arrays are converted back into DataFrames, preserving the column names and indices.</a:t>
            </a:r>
            <a:endParaRPr sz="1250">
              <a:solidFill>
                <a:srgbClr val="3C4043"/>
              </a:solidFill>
              <a:latin typeface="Comic Sans MS"/>
              <a:ea typeface="Comic Sans MS"/>
              <a:cs typeface="Comic Sans MS"/>
              <a:sym typeface="Comic Sans MS"/>
            </a:endParaRPr>
          </a:p>
          <a:p>
            <a:pPr marL="0" lvl="0" indent="0" algn="l" rtl="0">
              <a:lnSpc>
                <a:spcPct val="170000"/>
              </a:lnSpc>
              <a:spcBef>
                <a:spcPts val="1500"/>
              </a:spcBef>
              <a:spcAft>
                <a:spcPts val="1200"/>
              </a:spcAft>
              <a:buNone/>
            </a:pPr>
            <a:endParaRPr sz="1450">
              <a:solidFill>
                <a:srgbClr val="07071B"/>
              </a:solidFill>
              <a:latin typeface="Comic Sans MS"/>
              <a:ea typeface="Comic Sans MS"/>
              <a:cs typeface="Comic Sans MS"/>
              <a:sym typeface="Comic Sans MS"/>
            </a:endParaRPr>
          </a:p>
        </p:txBody>
      </p:sp>
      <p:sp>
        <p:nvSpPr>
          <p:cNvPr id="797" name="Google Shape;797;p77"/>
          <p:cNvSpPr/>
          <p:nvPr/>
        </p:nvSpPr>
        <p:spPr>
          <a:xfrm>
            <a:off x="1609625" y="196057"/>
            <a:ext cx="5522700" cy="633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600"/>
              </a:spcAft>
              <a:buNone/>
            </a:pPr>
            <a:r>
              <a:rPr lang="en" sz="2300">
                <a:solidFill>
                  <a:srgbClr val="FAF6F6"/>
                </a:solidFill>
                <a:latin typeface="Comic Sans MS"/>
                <a:ea typeface="Comic Sans MS"/>
                <a:cs typeface="Comic Sans MS"/>
                <a:sym typeface="Comic Sans MS"/>
              </a:rPr>
              <a:t>Feature Scaling (Standardization)</a:t>
            </a:r>
            <a:endParaRPr sz="2100" b="1">
              <a:solidFill>
                <a:srgbClr val="FAF6F6"/>
              </a:solidFill>
              <a:latin typeface="Comic Sans MS"/>
              <a:ea typeface="Comic Sans MS"/>
              <a:cs typeface="Comic Sans MS"/>
              <a:sym typeface="Comic Sans MS"/>
            </a:endParaRPr>
          </a:p>
        </p:txBody>
      </p:sp>
      <p:pic>
        <p:nvPicPr>
          <p:cNvPr id="798" name="Google Shape;798;p77"/>
          <p:cNvPicPr preferRelativeResize="0"/>
          <p:nvPr/>
        </p:nvPicPr>
        <p:blipFill>
          <a:blip r:embed="rId3">
            <a:alphaModFix/>
          </a:blip>
          <a:stretch>
            <a:fillRect/>
          </a:stretch>
        </p:blipFill>
        <p:spPr>
          <a:xfrm>
            <a:off x="0" y="988670"/>
            <a:ext cx="9144000" cy="141846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p7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25</a:t>
            </a:fld>
            <a:endParaRPr/>
          </a:p>
        </p:txBody>
      </p:sp>
      <p:sp>
        <p:nvSpPr>
          <p:cNvPr id="804" name="Google Shape;804;p78"/>
          <p:cNvSpPr/>
          <p:nvPr/>
        </p:nvSpPr>
        <p:spPr>
          <a:xfrm rot="-503981">
            <a:off x="2138176" y="1203957"/>
            <a:ext cx="4824148" cy="162669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accent1"/>
                </a:solidFill>
                <a:latin typeface="Archivo ExtraBold"/>
                <a:ea typeface="Archivo ExtraBold"/>
                <a:cs typeface="Archivo ExtraBold"/>
                <a:sym typeface="Archivo ExtraBold"/>
              </a:rPr>
              <a:t>Regression Analysis</a:t>
            </a:r>
            <a:endParaRPr sz="5600">
              <a:solidFill>
                <a:schemeClr val="accent1"/>
              </a:solidFill>
              <a:latin typeface="Archivo ExtraBold"/>
              <a:ea typeface="Archivo ExtraBold"/>
              <a:cs typeface="Archivo ExtraBold"/>
              <a:sym typeface="Archivo ExtraBold"/>
            </a:endParaRPr>
          </a:p>
        </p:txBody>
      </p:sp>
      <p:sp>
        <p:nvSpPr>
          <p:cNvPr id="805" name="Google Shape;805;p78"/>
          <p:cNvSpPr/>
          <p:nvPr/>
        </p:nvSpPr>
        <p:spPr>
          <a:xfrm rot="864123">
            <a:off x="4668440" y="2789626"/>
            <a:ext cx="1777871" cy="1111952"/>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accent1"/>
                </a:solidFill>
                <a:latin typeface="Archivo ExtraBold"/>
                <a:ea typeface="Archivo ExtraBold"/>
                <a:cs typeface="Archivo ExtraBold"/>
                <a:sym typeface="Archivo ExtraBold"/>
              </a:rPr>
              <a:t>RA</a:t>
            </a:r>
            <a:endParaRPr sz="5600">
              <a:solidFill>
                <a:schemeClr val="accent1"/>
              </a:solidFill>
              <a:latin typeface="Archivo ExtraBold"/>
              <a:ea typeface="Archivo ExtraBold"/>
              <a:cs typeface="Archivo ExtraBold"/>
              <a:sym typeface="Archivo Extra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p7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26</a:t>
            </a:fld>
            <a:endParaRPr/>
          </a:p>
        </p:txBody>
      </p:sp>
      <p:sp>
        <p:nvSpPr>
          <p:cNvPr id="811" name="Google Shape;811;p79"/>
          <p:cNvSpPr/>
          <p:nvPr/>
        </p:nvSpPr>
        <p:spPr>
          <a:xfrm>
            <a:off x="149875" y="112025"/>
            <a:ext cx="5184000" cy="7977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4600">
                <a:solidFill>
                  <a:schemeClr val="dk2"/>
                </a:solidFill>
                <a:latin typeface="Archivo"/>
                <a:ea typeface="Archivo"/>
                <a:cs typeface="Archivo"/>
                <a:sym typeface="Archivo"/>
              </a:rPr>
              <a:t>Linear Regression</a:t>
            </a:r>
            <a:endParaRPr sz="4600">
              <a:solidFill>
                <a:schemeClr val="dk2"/>
              </a:solidFill>
              <a:latin typeface="Archivo"/>
              <a:ea typeface="Archivo"/>
              <a:cs typeface="Archivo"/>
              <a:sym typeface="Archivo"/>
            </a:endParaRPr>
          </a:p>
        </p:txBody>
      </p:sp>
      <p:pic>
        <p:nvPicPr>
          <p:cNvPr id="812" name="Google Shape;812;p79"/>
          <p:cNvPicPr preferRelativeResize="0"/>
          <p:nvPr/>
        </p:nvPicPr>
        <p:blipFill>
          <a:blip r:embed="rId3">
            <a:alphaModFix/>
          </a:blip>
          <a:stretch>
            <a:fillRect/>
          </a:stretch>
        </p:blipFill>
        <p:spPr>
          <a:xfrm>
            <a:off x="152400" y="1062125"/>
            <a:ext cx="5181066" cy="3928975"/>
          </a:xfrm>
          <a:prstGeom prst="rect">
            <a:avLst/>
          </a:prstGeom>
          <a:noFill/>
          <a:ln>
            <a:noFill/>
          </a:ln>
        </p:spPr>
      </p:pic>
      <p:sp>
        <p:nvSpPr>
          <p:cNvPr id="813" name="Google Shape;813;p79"/>
          <p:cNvSpPr txBox="1"/>
          <p:nvPr/>
        </p:nvSpPr>
        <p:spPr>
          <a:xfrm>
            <a:off x="5473550" y="1550175"/>
            <a:ext cx="38946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MAE		:	0.01150665865575816</a:t>
            </a:r>
            <a:endParaRPr b="1"/>
          </a:p>
          <a:p>
            <a:pPr marL="0" lvl="0" indent="0" algn="l" rtl="0">
              <a:spcBef>
                <a:spcPts val="0"/>
              </a:spcBef>
              <a:spcAft>
                <a:spcPts val="0"/>
              </a:spcAft>
              <a:buNone/>
            </a:pPr>
            <a:r>
              <a:rPr lang="en" b="1"/>
              <a:t>MSE		:	0.00018778899778099627</a:t>
            </a:r>
            <a:endParaRPr b="1"/>
          </a:p>
          <a:p>
            <a:pPr marL="0" lvl="0" indent="0" algn="l" rtl="0">
              <a:spcBef>
                <a:spcPts val="0"/>
              </a:spcBef>
              <a:spcAft>
                <a:spcPts val="0"/>
              </a:spcAft>
              <a:buNone/>
            </a:pPr>
            <a:r>
              <a:rPr lang="en" b="1"/>
              <a:t>R2 Score	:	0.9999999997744795</a:t>
            </a:r>
            <a:endParaRPr b="1"/>
          </a:p>
        </p:txBody>
      </p:sp>
      <p:pic>
        <p:nvPicPr>
          <p:cNvPr id="814" name="Google Shape;814;p79"/>
          <p:cNvPicPr preferRelativeResize="0"/>
          <p:nvPr/>
        </p:nvPicPr>
        <p:blipFill>
          <a:blip r:embed="rId4">
            <a:alphaModFix/>
          </a:blip>
          <a:stretch>
            <a:fillRect/>
          </a:stretch>
        </p:blipFill>
        <p:spPr>
          <a:xfrm>
            <a:off x="5896859" y="2452675"/>
            <a:ext cx="2575591" cy="24850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p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27</a:t>
            </a:fld>
            <a:endParaRPr/>
          </a:p>
        </p:txBody>
      </p:sp>
      <p:sp>
        <p:nvSpPr>
          <p:cNvPr id="820" name="Google Shape;820;p80"/>
          <p:cNvSpPr/>
          <p:nvPr/>
        </p:nvSpPr>
        <p:spPr>
          <a:xfrm>
            <a:off x="149875" y="112025"/>
            <a:ext cx="5184000" cy="7977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4600">
                <a:solidFill>
                  <a:schemeClr val="dk2"/>
                </a:solidFill>
                <a:latin typeface="Archivo"/>
                <a:ea typeface="Archivo"/>
                <a:cs typeface="Archivo"/>
                <a:sym typeface="Archivo"/>
              </a:rPr>
              <a:t>Lasso Regression</a:t>
            </a:r>
            <a:endParaRPr sz="4600">
              <a:solidFill>
                <a:schemeClr val="dk2"/>
              </a:solidFill>
              <a:latin typeface="Archivo"/>
              <a:ea typeface="Archivo"/>
              <a:cs typeface="Archivo"/>
              <a:sym typeface="Archivo"/>
            </a:endParaRPr>
          </a:p>
        </p:txBody>
      </p:sp>
      <p:sp>
        <p:nvSpPr>
          <p:cNvPr id="821" name="Google Shape;821;p80"/>
          <p:cNvSpPr txBox="1"/>
          <p:nvPr/>
        </p:nvSpPr>
        <p:spPr>
          <a:xfrm>
            <a:off x="5473550" y="1550175"/>
            <a:ext cx="38946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MAE		:	1.9022975284643202</a:t>
            </a:r>
            <a:endParaRPr b="1"/>
          </a:p>
          <a:p>
            <a:pPr marL="0" lvl="0" indent="0" algn="l" rtl="0">
              <a:spcBef>
                <a:spcPts val="0"/>
              </a:spcBef>
              <a:spcAft>
                <a:spcPts val="0"/>
              </a:spcAft>
              <a:buNone/>
            </a:pPr>
            <a:r>
              <a:rPr lang="en" b="1"/>
              <a:t>MSE		:	5.70330297787443</a:t>
            </a:r>
            <a:endParaRPr b="1"/>
          </a:p>
          <a:p>
            <a:pPr marL="0" lvl="0" indent="0" algn="l" rtl="0">
              <a:spcBef>
                <a:spcPts val="0"/>
              </a:spcBef>
              <a:spcAft>
                <a:spcPts val="0"/>
              </a:spcAft>
              <a:buNone/>
            </a:pPr>
            <a:r>
              <a:rPr lang="en" b="1"/>
              <a:t>R2 Score	:	0.9999931507607716</a:t>
            </a:r>
            <a:endParaRPr b="1"/>
          </a:p>
        </p:txBody>
      </p:sp>
      <p:pic>
        <p:nvPicPr>
          <p:cNvPr id="822" name="Google Shape;822;p80"/>
          <p:cNvPicPr preferRelativeResize="0"/>
          <p:nvPr/>
        </p:nvPicPr>
        <p:blipFill>
          <a:blip r:embed="rId3">
            <a:alphaModFix/>
          </a:blip>
          <a:stretch>
            <a:fillRect/>
          </a:stretch>
        </p:blipFill>
        <p:spPr>
          <a:xfrm>
            <a:off x="152400" y="1062125"/>
            <a:ext cx="5163796" cy="39289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8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28</a:t>
            </a:fld>
            <a:endParaRPr/>
          </a:p>
        </p:txBody>
      </p:sp>
      <p:sp>
        <p:nvSpPr>
          <p:cNvPr id="828" name="Google Shape;828;p81"/>
          <p:cNvSpPr/>
          <p:nvPr/>
        </p:nvSpPr>
        <p:spPr>
          <a:xfrm>
            <a:off x="149875" y="112025"/>
            <a:ext cx="5184000" cy="7977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4600">
                <a:solidFill>
                  <a:schemeClr val="dk2"/>
                </a:solidFill>
                <a:latin typeface="Archivo"/>
                <a:ea typeface="Archivo"/>
                <a:cs typeface="Archivo"/>
                <a:sym typeface="Archivo"/>
              </a:rPr>
              <a:t>Ridge Regression</a:t>
            </a:r>
            <a:endParaRPr sz="4600">
              <a:solidFill>
                <a:schemeClr val="dk2"/>
              </a:solidFill>
              <a:latin typeface="Archivo"/>
              <a:ea typeface="Archivo"/>
              <a:cs typeface="Archivo"/>
              <a:sym typeface="Archivo"/>
            </a:endParaRPr>
          </a:p>
        </p:txBody>
      </p:sp>
      <p:sp>
        <p:nvSpPr>
          <p:cNvPr id="829" name="Google Shape;829;p81"/>
          <p:cNvSpPr txBox="1"/>
          <p:nvPr/>
        </p:nvSpPr>
        <p:spPr>
          <a:xfrm>
            <a:off x="5473550" y="1550175"/>
            <a:ext cx="38946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MAE		:	0.8541577962709785</a:t>
            </a:r>
            <a:endParaRPr b="1"/>
          </a:p>
          <a:p>
            <a:pPr marL="0" lvl="0" indent="0" algn="l" rtl="0">
              <a:spcBef>
                <a:spcPts val="0"/>
              </a:spcBef>
              <a:spcAft>
                <a:spcPts val="0"/>
              </a:spcAft>
              <a:buNone/>
            </a:pPr>
            <a:r>
              <a:rPr lang="en" b="1"/>
              <a:t>MSE		:	1.0702899713499345</a:t>
            </a:r>
            <a:endParaRPr b="1"/>
          </a:p>
          <a:p>
            <a:pPr marL="0" lvl="0" indent="0" algn="l" rtl="0">
              <a:spcBef>
                <a:spcPts val="0"/>
              </a:spcBef>
              <a:spcAft>
                <a:spcPts val="0"/>
              </a:spcAft>
              <a:buNone/>
            </a:pPr>
            <a:r>
              <a:rPr lang="en" b="1"/>
              <a:t>R2 Score	:	0.9999987146619974</a:t>
            </a:r>
            <a:endParaRPr b="1"/>
          </a:p>
        </p:txBody>
      </p:sp>
      <p:pic>
        <p:nvPicPr>
          <p:cNvPr id="830" name="Google Shape;830;p81"/>
          <p:cNvPicPr preferRelativeResize="0"/>
          <p:nvPr/>
        </p:nvPicPr>
        <p:blipFill>
          <a:blip r:embed="rId3">
            <a:alphaModFix/>
          </a:blip>
          <a:stretch>
            <a:fillRect/>
          </a:stretch>
        </p:blipFill>
        <p:spPr>
          <a:xfrm>
            <a:off x="152400" y="1062125"/>
            <a:ext cx="5163796" cy="39289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8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29</a:t>
            </a:fld>
            <a:endParaRPr/>
          </a:p>
        </p:txBody>
      </p:sp>
      <p:sp>
        <p:nvSpPr>
          <p:cNvPr id="836" name="Google Shape;836;p82"/>
          <p:cNvSpPr/>
          <p:nvPr/>
        </p:nvSpPr>
        <p:spPr>
          <a:xfrm>
            <a:off x="233925" y="65325"/>
            <a:ext cx="6622200" cy="7977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4600">
                <a:solidFill>
                  <a:schemeClr val="dk2"/>
                </a:solidFill>
                <a:latin typeface="Archivo"/>
                <a:ea typeface="Archivo"/>
                <a:cs typeface="Archivo"/>
                <a:sym typeface="Archivo"/>
              </a:rPr>
              <a:t>ElasticNet Regression</a:t>
            </a:r>
            <a:endParaRPr sz="4600">
              <a:solidFill>
                <a:schemeClr val="dk2"/>
              </a:solidFill>
              <a:latin typeface="Archivo"/>
              <a:ea typeface="Archivo"/>
              <a:cs typeface="Archivo"/>
              <a:sym typeface="Archivo"/>
            </a:endParaRPr>
          </a:p>
        </p:txBody>
      </p:sp>
      <p:sp>
        <p:nvSpPr>
          <p:cNvPr id="837" name="Google Shape;837;p82"/>
          <p:cNvSpPr txBox="1"/>
          <p:nvPr/>
        </p:nvSpPr>
        <p:spPr>
          <a:xfrm>
            <a:off x="5473550" y="1550175"/>
            <a:ext cx="38946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MAE		:	238.0229596265862</a:t>
            </a:r>
            <a:endParaRPr b="1"/>
          </a:p>
          <a:p>
            <a:pPr marL="0" lvl="0" indent="0" algn="l" rtl="0">
              <a:spcBef>
                <a:spcPts val="0"/>
              </a:spcBef>
              <a:spcAft>
                <a:spcPts val="0"/>
              </a:spcAft>
              <a:buNone/>
            </a:pPr>
            <a:r>
              <a:rPr lang="en" b="1"/>
              <a:t>MSE		:	83406.3488091938</a:t>
            </a:r>
            <a:endParaRPr b="1"/>
          </a:p>
          <a:p>
            <a:pPr marL="0" lvl="0" indent="0" algn="l" rtl="0">
              <a:spcBef>
                <a:spcPts val="0"/>
              </a:spcBef>
              <a:spcAft>
                <a:spcPts val="0"/>
              </a:spcAft>
              <a:buNone/>
            </a:pPr>
            <a:r>
              <a:rPr lang="en" b="1"/>
              <a:t>R2 Score	:	0.899835229097989</a:t>
            </a:r>
            <a:endParaRPr b="1"/>
          </a:p>
        </p:txBody>
      </p:sp>
      <p:pic>
        <p:nvPicPr>
          <p:cNvPr id="838" name="Google Shape;838;p82"/>
          <p:cNvPicPr preferRelativeResize="0"/>
          <p:nvPr/>
        </p:nvPicPr>
        <p:blipFill>
          <a:blip r:embed="rId3">
            <a:alphaModFix/>
          </a:blip>
          <a:stretch>
            <a:fillRect/>
          </a:stretch>
        </p:blipFill>
        <p:spPr>
          <a:xfrm>
            <a:off x="152400" y="1015425"/>
            <a:ext cx="5168750" cy="385537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p8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30</a:t>
            </a:fld>
            <a:endParaRPr/>
          </a:p>
        </p:txBody>
      </p:sp>
      <p:sp>
        <p:nvSpPr>
          <p:cNvPr id="844" name="Google Shape;844;p83"/>
          <p:cNvSpPr/>
          <p:nvPr/>
        </p:nvSpPr>
        <p:spPr>
          <a:xfrm rot="-150339">
            <a:off x="1344869" y="1111167"/>
            <a:ext cx="4824112" cy="2367763"/>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dk1"/>
                </a:solidFill>
                <a:latin typeface="Archivo ExtraBold"/>
                <a:ea typeface="Archivo ExtraBold"/>
                <a:cs typeface="Archivo ExtraBold"/>
                <a:sym typeface="Archivo ExtraBold"/>
              </a:rPr>
              <a:t>Model Evaluation Metrics</a:t>
            </a:r>
            <a:endParaRPr sz="5600">
              <a:solidFill>
                <a:schemeClr val="dk1"/>
              </a:solidFill>
              <a:latin typeface="Archivo ExtraBold"/>
              <a:ea typeface="Archivo ExtraBold"/>
              <a:cs typeface="Archivo ExtraBold"/>
              <a:sym typeface="Archivo ExtraBold"/>
            </a:endParaRPr>
          </a:p>
        </p:txBody>
      </p:sp>
      <p:sp>
        <p:nvSpPr>
          <p:cNvPr id="845" name="Google Shape;845;p83"/>
          <p:cNvSpPr/>
          <p:nvPr/>
        </p:nvSpPr>
        <p:spPr>
          <a:xfrm rot="249045">
            <a:off x="6316617" y="2100434"/>
            <a:ext cx="2312766" cy="1112032"/>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accent1"/>
                </a:solidFill>
                <a:latin typeface="Archivo ExtraBold"/>
                <a:ea typeface="Archivo ExtraBold"/>
                <a:cs typeface="Archivo ExtraBold"/>
                <a:sym typeface="Archivo ExtraBold"/>
              </a:rPr>
              <a:t>MEM</a:t>
            </a:r>
            <a:endParaRPr sz="5600">
              <a:solidFill>
                <a:schemeClr val="accent1"/>
              </a:solidFill>
              <a:latin typeface="Archivo ExtraBold"/>
              <a:ea typeface="Archivo ExtraBold"/>
              <a:cs typeface="Archivo ExtraBold"/>
              <a:sym typeface="Archivo ExtraBo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84"/>
          <p:cNvSpPr txBox="1"/>
          <p:nvPr/>
        </p:nvSpPr>
        <p:spPr>
          <a:xfrm>
            <a:off x="6112776" y="1017850"/>
            <a:ext cx="4530900" cy="1262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MAE: 0.012795191809526717 </a:t>
            </a:r>
            <a:endParaRPr b="1"/>
          </a:p>
          <a:p>
            <a:pPr marL="0" lvl="0" indent="0" algn="l" rtl="0">
              <a:spcBef>
                <a:spcPts val="0"/>
              </a:spcBef>
              <a:spcAft>
                <a:spcPts val="0"/>
              </a:spcAft>
              <a:buNone/>
            </a:pPr>
            <a:r>
              <a:rPr lang="en" b="1"/>
              <a:t>MSE: 0.00021131652438857414 </a:t>
            </a:r>
            <a:endParaRPr b="1"/>
          </a:p>
          <a:p>
            <a:pPr marL="0" lvl="0" indent="0" algn="l" rtl="0">
              <a:spcBef>
                <a:spcPts val="0"/>
              </a:spcBef>
              <a:spcAft>
                <a:spcPts val="0"/>
              </a:spcAft>
              <a:buNone/>
            </a:pPr>
            <a:r>
              <a:rPr lang="en" b="1"/>
              <a:t>RMSE: 0.014536730182148053 </a:t>
            </a:r>
            <a:endParaRPr b="1"/>
          </a:p>
          <a:p>
            <a:pPr marL="0" lvl="0" indent="0" algn="l" rtl="0">
              <a:spcBef>
                <a:spcPts val="0"/>
              </a:spcBef>
              <a:spcAft>
                <a:spcPts val="0"/>
              </a:spcAft>
              <a:buNone/>
            </a:pPr>
            <a:r>
              <a:rPr lang="en" b="1"/>
              <a:t>R2: 0.9999999997236053 </a:t>
            </a:r>
            <a:endParaRPr b="1"/>
          </a:p>
          <a:p>
            <a:pPr marL="0" lvl="0" indent="0" algn="l" rtl="0">
              <a:spcBef>
                <a:spcPts val="0"/>
              </a:spcBef>
              <a:spcAft>
                <a:spcPts val="0"/>
              </a:spcAft>
              <a:buNone/>
            </a:pPr>
            <a:r>
              <a:rPr lang="en" b="1"/>
              <a:t>Adjusted R²: 0.9999999997158195</a:t>
            </a:r>
            <a:endParaRPr b="1"/>
          </a:p>
        </p:txBody>
      </p:sp>
      <p:sp>
        <p:nvSpPr>
          <p:cNvPr id="851" name="Google Shape;851;p84"/>
          <p:cNvSpPr/>
          <p:nvPr/>
        </p:nvSpPr>
        <p:spPr>
          <a:xfrm rot="-275">
            <a:off x="37353" y="46987"/>
            <a:ext cx="7504500" cy="6852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300">
                <a:solidFill>
                  <a:schemeClr val="dk1"/>
                </a:solidFill>
                <a:latin typeface="Archivo ExtraBold"/>
                <a:ea typeface="Archivo ExtraBold"/>
                <a:cs typeface="Archivo ExtraBold"/>
                <a:sym typeface="Archivo ExtraBold"/>
              </a:rPr>
              <a:t>Model Evaluation Metrics</a:t>
            </a:r>
            <a:endParaRPr sz="4300">
              <a:solidFill>
                <a:schemeClr val="dk1"/>
              </a:solidFill>
              <a:latin typeface="Archivo ExtraBold"/>
              <a:ea typeface="Archivo ExtraBold"/>
              <a:cs typeface="Archivo ExtraBold"/>
              <a:sym typeface="Archivo ExtraBold"/>
            </a:endParaRPr>
          </a:p>
        </p:txBody>
      </p:sp>
      <p:pic>
        <p:nvPicPr>
          <p:cNvPr id="852" name="Google Shape;852;p84"/>
          <p:cNvPicPr preferRelativeResize="0"/>
          <p:nvPr/>
        </p:nvPicPr>
        <p:blipFill>
          <a:blip r:embed="rId3">
            <a:alphaModFix/>
          </a:blip>
          <a:stretch>
            <a:fillRect/>
          </a:stretch>
        </p:blipFill>
        <p:spPr>
          <a:xfrm>
            <a:off x="152400" y="884875"/>
            <a:ext cx="6014700" cy="38963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8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32</a:t>
            </a:fld>
            <a:endParaRPr/>
          </a:p>
        </p:txBody>
      </p:sp>
      <p:sp>
        <p:nvSpPr>
          <p:cNvPr id="858" name="Google Shape;858;p85"/>
          <p:cNvSpPr/>
          <p:nvPr/>
        </p:nvSpPr>
        <p:spPr>
          <a:xfrm rot="-150376">
            <a:off x="1239452" y="775974"/>
            <a:ext cx="7148638" cy="2358759"/>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accent2"/>
                </a:solidFill>
                <a:latin typeface="Archivo ExtraBold"/>
                <a:ea typeface="Archivo ExtraBold"/>
                <a:cs typeface="Archivo ExtraBold"/>
                <a:sym typeface="Archivo ExtraBold"/>
              </a:rPr>
              <a:t>MODEL PERFORMANCE RESULTS</a:t>
            </a:r>
            <a:endParaRPr sz="5600">
              <a:solidFill>
                <a:schemeClr val="accent2"/>
              </a:solidFill>
              <a:latin typeface="Archivo ExtraBold"/>
              <a:ea typeface="Archivo ExtraBold"/>
              <a:cs typeface="Archivo ExtraBold"/>
              <a:sym typeface="Archivo ExtraBold"/>
            </a:endParaRPr>
          </a:p>
        </p:txBody>
      </p:sp>
      <p:sp>
        <p:nvSpPr>
          <p:cNvPr id="859" name="Google Shape;859;p85"/>
          <p:cNvSpPr/>
          <p:nvPr/>
        </p:nvSpPr>
        <p:spPr>
          <a:xfrm rot="249245">
            <a:off x="4186103" y="3184963"/>
            <a:ext cx="2414443" cy="1112032"/>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accent1"/>
                </a:solidFill>
                <a:latin typeface="Archivo ExtraBold"/>
                <a:ea typeface="Archivo ExtraBold"/>
                <a:cs typeface="Archivo ExtraBold"/>
                <a:sym typeface="Archivo ExtraBold"/>
              </a:rPr>
              <a:t>MPR</a:t>
            </a:r>
            <a:endParaRPr sz="5600">
              <a:solidFill>
                <a:schemeClr val="accent1"/>
              </a:solidFill>
              <a:latin typeface="Archivo ExtraBold"/>
              <a:ea typeface="Archivo ExtraBold"/>
              <a:cs typeface="Archivo ExtraBold"/>
              <a:sym typeface="Archivo ExtraBo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pic>
        <p:nvPicPr>
          <p:cNvPr id="864" name="Google Shape;864;p86"/>
          <p:cNvPicPr preferRelativeResize="0"/>
          <p:nvPr/>
        </p:nvPicPr>
        <p:blipFill>
          <a:blip r:embed="rId3">
            <a:alphaModFix/>
          </a:blip>
          <a:stretch>
            <a:fillRect/>
          </a:stretch>
        </p:blipFill>
        <p:spPr>
          <a:xfrm>
            <a:off x="152400" y="221255"/>
            <a:ext cx="8839200" cy="437938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p87"/>
          <p:cNvSpPr txBox="1"/>
          <p:nvPr/>
        </p:nvSpPr>
        <p:spPr>
          <a:xfrm>
            <a:off x="1076539" y="76125"/>
            <a:ext cx="6896400" cy="50316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Comic Sans MS"/>
                <a:ea typeface="Comic Sans MS"/>
                <a:cs typeface="Comic Sans MS"/>
                <a:sym typeface="Comic Sans MS"/>
              </a:rPr>
              <a:t>Multiple regression models were evaluated:</a:t>
            </a:r>
            <a:br>
              <a:rPr lang="en">
                <a:latin typeface="Comic Sans MS"/>
                <a:ea typeface="Comic Sans MS"/>
                <a:cs typeface="Comic Sans MS"/>
                <a:sym typeface="Comic Sans MS"/>
              </a:rPr>
            </a:br>
            <a:endParaRPr>
              <a:latin typeface="Comic Sans MS"/>
              <a:ea typeface="Comic Sans MS"/>
              <a:cs typeface="Comic Sans MS"/>
              <a:sym typeface="Comic Sans MS"/>
            </a:endParaRPr>
          </a:p>
          <a:p>
            <a:pPr marL="1828800" lvl="0" indent="-317500" algn="l" rtl="0">
              <a:lnSpc>
                <a:spcPct val="100000"/>
              </a:lnSpc>
              <a:spcBef>
                <a:spcPts val="1200"/>
              </a:spcBef>
              <a:spcAft>
                <a:spcPts val="0"/>
              </a:spcAft>
              <a:buSzPts val="1400"/>
              <a:buFont typeface="Comic Sans MS"/>
              <a:buChar char="●"/>
            </a:pPr>
            <a:r>
              <a:rPr lang="en">
                <a:latin typeface="Comic Sans MS"/>
                <a:ea typeface="Comic Sans MS"/>
                <a:cs typeface="Comic Sans MS"/>
                <a:sym typeface="Comic Sans MS"/>
              </a:rPr>
              <a:t>Linear Regression</a:t>
            </a:r>
            <a:br>
              <a:rPr lang="en">
                <a:latin typeface="Comic Sans MS"/>
                <a:ea typeface="Comic Sans MS"/>
                <a:cs typeface="Comic Sans MS"/>
                <a:sym typeface="Comic Sans MS"/>
              </a:rPr>
            </a:br>
            <a:endParaRPr>
              <a:latin typeface="Comic Sans MS"/>
              <a:ea typeface="Comic Sans MS"/>
              <a:cs typeface="Comic Sans MS"/>
              <a:sym typeface="Comic Sans MS"/>
            </a:endParaRPr>
          </a:p>
          <a:p>
            <a:pPr marL="1828800" lvl="0" indent="-317500" algn="l" rtl="0">
              <a:lnSpc>
                <a:spcPct val="100000"/>
              </a:lnSpc>
              <a:spcBef>
                <a:spcPts val="0"/>
              </a:spcBef>
              <a:spcAft>
                <a:spcPts val="0"/>
              </a:spcAft>
              <a:buSzPts val="1400"/>
              <a:buFont typeface="Comic Sans MS"/>
              <a:buChar char="●"/>
            </a:pPr>
            <a:r>
              <a:rPr lang="en">
                <a:latin typeface="Comic Sans MS"/>
                <a:ea typeface="Comic Sans MS"/>
                <a:cs typeface="Comic Sans MS"/>
                <a:sym typeface="Comic Sans MS"/>
              </a:rPr>
              <a:t>Lasso Regression</a:t>
            </a:r>
            <a:br>
              <a:rPr lang="en">
                <a:latin typeface="Comic Sans MS"/>
                <a:ea typeface="Comic Sans MS"/>
                <a:cs typeface="Comic Sans MS"/>
                <a:sym typeface="Comic Sans MS"/>
              </a:rPr>
            </a:br>
            <a:endParaRPr>
              <a:latin typeface="Comic Sans MS"/>
              <a:ea typeface="Comic Sans MS"/>
              <a:cs typeface="Comic Sans MS"/>
              <a:sym typeface="Comic Sans MS"/>
            </a:endParaRPr>
          </a:p>
          <a:p>
            <a:pPr marL="1828800" lvl="0" indent="-317500" algn="l" rtl="0">
              <a:lnSpc>
                <a:spcPct val="100000"/>
              </a:lnSpc>
              <a:spcBef>
                <a:spcPts val="0"/>
              </a:spcBef>
              <a:spcAft>
                <a:spcPts val="0"/>
              </a:spcAft>
              <a:buSzPts val="1400"/>
              <a:buFont typeface="Comic Sans MS"/>
              <a:buChar char="●"/>
            </a:pPr>
            <a:r>
              <a:rPr lang="en">
                <a:latin typeface="Comic Sans MS"/>
                <a:ea typeface="Comic Sans MS"/>
                <a:cs typeface="Comic Sans MS"/>
                <a:sym typeface="Comic Sans MS"/>
              </a:rPr>
              <a:t>Ridge Regression</a:t>
            </a:r>
            <a:br>
              <a:rPr lang="en">
                <a:latin typeface="Comic Sans MS"/>
                <a:ea typeface="Comic Sans MS"/>
                <a:cs typeface="Comic Sans MS"/>
                <a:sym typeface="Comic Sans MS"/>
              </a:rPr>
            </a:br>
            <a:endParaRPr>
              <a:latin typeface="Comic Sans MS"/>
              <a:ea typeface="Comic Sans MS"/>
              <a:cs typeface="Comic Sans MS"/>
              <a:sym typeface="Comic Sans MS"/>
            </a:endParaRPr>
          </a:p>
          <a:p>
            <a:pPr marL="1828800" lvl="0" indent="-317500" algn="l" rtl="0">
              <a:lnSpc>
                <a:spcPct val="100000"/>
              </a:lnSpc>
              <a:spcBef>
                <a:spcPts val="0"/>
              </a:spcBef>
              <a:spcAft>
                <a:spcPts val="0"/>
              </a:spcAft>
              <a:buSzPts val="1400"/>
              <a:buFont typeface="Comic Sans MS"/>
              <a:buChar char="●"/>
            </a:pPr>
            <a:r>
              <a:rPr lang="en">
                <a:latin typeface="Comic Sans MS"/>
                <a:ea typeface="Comic Sans MS"/>
                <a:cs typeface="Comic Sans MS"/>
                <a:sym typeface="Comic Sans MS"/>
              </a:rPr>
              <a:t>ElasticNet Regression</a:t>
            </a:r>
            <a:endParaRPr>
              <a:latin typeface="Comic Sans MS"/>
              <a:ea typeface="Comic Sans MS"/>
              <a:cs typeface="Comic Sans MS"/>
              <a:sym typeface="Comic Sans MS"/>
            </a:endParaRPr>
          </a:p>
          <a:p>
            <a:pPr marL="457200" lvl="0" indent="0" algn="l" rtl="0">
              <a:lnSpc>
                <a:spcPct val="115000"/>
              </a:lnSpc>
              <a:spcBef>
                <a:spcPts val="1200"/>
              </a:spcBef>
              <a:spcAft>
                <a:spcPts val="0"/>
              </a:spcAft>
              <a:buNone/>
            </a:pPr>
            <a:endParaRPr>
              <a:latin typeface="Comic Sans MS"/>
              <a:ea typeface="Comic Sans MS"/>
              <a:cs typeface="Comic Sans MS"/>
              <a:sym typeface="Comic Sans MS"/>
            </a:endParaRPr>
          </a:p>
          <a:p>
            <a:pPr marL="457200" lvl="0" indent="-317500" algn="l" rtl="0">
              <a:lnSpc>
                <a:spcPct val="115000"/>
              </a:lnSpc>
              <a:spcBef>
                <a:spcPts val="1200"/>
              </a:spcBef>
              <a:spcAft>
                <a:spcPts val="0"/>
              </a:spcAft>
              <a:buSzPts val="1400"/>
              <a:buFont typeface="Comic Sans MS"/>
              <a:buChar char="➔"/>
            </a:pPr>
            <a:r>
              <a:rPr lang="en">
                <a:latin typeface="Comic Sans MS"/>
                <a:ea typeface="Comic Sans MS"/>
                <a:cs typeface="Comic Sans MS"/>
                <a:sym typeface="Comic Sans MS"/>
              </a:rPr>
              <a:t>Performance compared using </a:t>
            </a:r>
            <a:r>
              <a:rPr lang="en" b="1">
                <a:latin typeface="Comic Sans MS"/>
                <a:ea typeface="Comic Sans MS"/>
                <a:cs typeface="Comic Sans MS"/>
                <a:sym typeface="Comic Sans MS"/>
              </a:rPr>
              <a:t>RMSE, MAE, and R² score</a:t>
            </a:r>
            <a:endParaRPr b="1">
              <a:latin typeface="Comic Sans MS"/>
              <a:ea typeface="Comic Sans MS"/>
              <a:cs typeface="Comic Sans MS"/>
              <a:sym typeface="Comic Sans MS"/>
            </a:endParaRPr>
          </a:p>
          <a:p>
            <a:pPr marL="457200" lvl="0" indent="-317500" algn="l" rtl="0">
              <a:lnSpc>
                <a:spcPct val="115000"/>
              </a:lnSpc>
              <a:spcBef>
                <a:spcPts val="0"/>
              </a:spcBef>
              <a:spcAft>
                <a:spcPts val="0"/>
              </a:spcAft>
              <a:buSzPts val="1400"/>
              <a:buFont typeface="Comic Sans MS"/>
              <a:buChar char="➔"/>
            </a:pPr>
            <a:r>
              <a:rPr lang="en" b="1">
                <a:latin typeface="Comic Sans MS"/>
                <a:ea typeface="Comic Sans MS"/>
                <a:cs typeface="Comic Sans MS"/>
                <a:sym typeface="Comic Sans MS"/>
              </a:rPr>
              <a:t>Linear and Lasso Regression</a:t>
            </a:r>
            <a:r>
              <a:rPr lang="en">
                <a:latin typeface="Comic Sans MS"/>
                <a:ea typeface="Comic Sans MS"/>
                <a:cs typeface="Comic Sans MS"/>
                <a:sym typeface="Comic Sans MS"/>
              </a:rPr>
              <a:t> achieved the best performance</a:t>
            </a:r>
            <a:endParaRPr>
              <a:latin typeface="Comic Sans MS"/>
              <a:ea typeface="Comic Sans MS"/>
              <a:cs typeface="Comic Sans MS"/>
              <a:sym typeface="Comic Sans MS"/>
            </a:endParaRPr>
          </a:p>
          <a:p>
            <a:pPr marL="457200" lvl="0" indent="-317500" algn="l" rtl="0">
              <a:lnSpc>
                <a:spcPct val="115000"/>
              </a:lnSpc>
              <a:spcBef>
                <a:spcPts val="0"/>
              </a:spcBef>
              <a:spcAft>
                <a:spcPts val="0"/>
              </a:spcAft>
              <a:buSzPts val="1400"/>
              <a:buFont typeface="Comic Sans MS"/>
              <a:buChar char="➔"/>
            </a:pPr>
            <a:r>
              <a:rPr lang="en">
                <a:latin typeface="Comic Sans MS"/>
                <a:ea typeface="Comic Sans MS"/>
                <a:cs typeface="Comic Sans MS"/>
                <a:sym typeface="Comic Sans MS"/>
              </a:rPr>
              <a:t>Ridge and ElasticNet showed slightly higher error values</a:t>
            </a:r>
            <a:endParaRPr>
              <a:latin typeface="Comic Sans MS"/>
              <a:ea typeface="Comic Sans MS"/>
              <a:cs typeface="Comic Sans MS"/>
              <a:sym typeface="Comic Sans MS"/>
            </a:endParaRPr>
          </a:p>
          <a:p>
            <a:pPr marL="457200" lvl="0" indent="-317500" algn="l" rtl="0">
              <a:lnSpc>
                <a:spcPct val="115000"/>
              </a:lnSpc>
              <a:spcBef>
                <a:spcPts val="0"/>
              </a:spcBef>
              <a:spcAft>
                <a:spcPts val="0"/>
              </a:spcAft>
              <a:buSzPts val="1400"/>
              <a:buFont typeface="Comic Sans MS"/>
              <a:buChar char="➔"/>
            </a:pPr>
            <a:r>
              <a:rPr lang="en">
                <a:latin typeface="Comic Sans MS"/>
                <a:ea typeface="Comic Sans MS"/>
                <a:cs typeface="Comic Sans MS"/>
                <a:sym typeface="Comic Sans MS"/>
              </a:rPr>
              <a:t>Linear Regression selected as </a:t>
            </a:r>
            <a:r>
              <a:rPr lang="en" b="1">
                <a:latin typeface="Comic Sans MS"/>
                <a:ea typeface="Comic Sans MS"/>
                <a:cs typeface="Comic Sans MS"/>
                <a:sym typeface="Comic Sans MS"/>
              </a:rPr>
              <a:t>final model</a:t>
            </a:r>
            <a:r>
              <a:rPr lang="en">
                <a:latin typeface="Comic Sans MS"/>
                <a:ea typeface="Comic Sans MS"/>
                <a:cs typeface="Comic Sans MS"/>
                <a:sym typeface="Comic Sans MS"/>
              </a:rPr>
              <a:t> due to:</a:t>
            </a:r>
            <a:endParaRPr>
              <a:latin typeface="Comic Sans MS"/>
              <a:ea typeface="Comic Sans MS"/>
              <a:cs typeface="Comic Sans MS"/>
              <a:sym typeface="Comic Sans MS"/>
            </a:endParaRPr>
          </a:p>
          <a:p>
            <a:pPr marL="1828800" lvl="0" indent="-317500" algn="l" rtl="0">
              <a:lnSpc>
                <a:spcPct val="115000"/>
              </a:lnSpc>
              <a:spcBef>
                <a:spcPts val="0"/>
              </a:spcBef>
              <a:spcAft>
                <a:spcPts val="0"/>
              </a:spcAft>
              <a:buSzPts val="1400"/>
              <a:buFont typeface="Comic Sans MS"/>
              <a:buChar char="●"/>
            </a:pPr>
            <a:r>
              <a:rPr lang="en">
                <a:latin typeface="Comic Sans MS"/>
                <a:ea typeface="Comic Sans MS"/>
                <a:cs typeface="Comic Sans MS"/>
                <a:sym typeface="Comic Sans MS"/>
              </a:rPr>
              <a:t>Highest accuracy</a:t>
            </a:r>
            <a:br>
              <a:rPr lang="en">
                <a:latin typeface="Comic Sans MS"/>
                <a:ea typeface="Comic Sans MS"/>
                <a:cs typeface="Comic Sans MS"/>
                <a:sym typeface="Comic Sans MS"/>
              </a:rPr>
            </a:br>
            <a:endParaRPr>
              <a:latin typeface="Comic Sans MS"/>
              <a:ea typeface="Comic Sans MS"/>
              <a:cs typeface="Comic Sans MS"/>
              <a:sym typeface="Comic Sans MS"/>
            </a:endParaRPr>
          </a:p>
          <a:p>
            <a:pPr marL="1828800" lvl="0" indent="-317500" algn="l" rtl="0">
              <a:lnSpc>
                <a:spcPct val="115000"/>
              </a:lnSpc>
              <a:spcBef>
                <a:spcPts val="0"/>
              </a:spcBef>
              <a:spcAft>
                <a:spcPts val="0"/>
              </a:spcAft>
              <a:buSzPts val="1400"/>
              <a:buFont typeface="Comic Sans MS"/>
              <a:buChar char="●"/>
            </a:pPr>
            <a:r>
              <a:rPr lang="en">
                <a:latin typeface="Comic Sans MS"/>
                <a:ea typeface="Comic Sans MS"/>
                <a:cs typeface="Comic Sans MS"/>
                <a:sym typeface="Comic Sans MS"/>
              </a:rPr>
              <a:t>Simplicity</a:t>
            </a:r>
            <a:br>
              <a:rPr lang="en">
                <a:latin typeface="Comic Sans MS"/>
                <a:ea typeface="Comic Sans MS"/>
                <a:cs typeface="Comic Sans MS"/>
                <a:sym typeface="Comic Sans MS"/>
              </a:rPr>
            </a:br>
            <a:endParaRPr>
              <a:latin typeface="Comic Sans MS"/>
              <a:ea typeface="Comic Sans MS"/>
              <a:cs typeface="Comic Sans MS"/>
              <a:sym typeface="Comic Sans MS"/>
            </a:endParaRPr>
          </a:p>
          <a:p>
            <a:pPr marL="1828800" lvl="0" indent="-317500" algn="l" rtl="0">
              <a:lnSpc>
                <a:spcPct val="115000"/>
              </a:lnSpc>
              <a:spcBef>
                <a:spcPts val="0"/>
              </a:spcBef>
              <a:spcAft>
                <a:spcPts val="0"/>
              </a:spcAft>
              <a:buSzPts val="1400"/>
              <a:buFont typeface="Comic Sans MS"/>
              <a:buChar char="●"/>
            </a:pPr>
            <a:r>
              <a:rPr lang="en">
                <a:latin typeface="Comic Sans MS"/>
                <a:ea typeface="Comic Sans MS"/>
                <a:cs typeface="Comic Sans MS"/>
                <a:sym typeface="Comic Sans MS"/>
              </a:rPr>
              <a:t>Better interpretability</a:t>
            </a:r>
            <a:endParaRPr>
              <a:latin typeface="Comic Sans MS"/>
              <a:ea typeface="Comic Sans MS"/>
              <a:cs typeface="Comic Sans MS"/>
              <a:sym typeface="Comic Sans M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pic>
        <p:nvPicPr>
          <p:cNvPr id="874" name="Google Shape;874;p88"/>
          <p:cNvPicPr preferRelativeResize="0"/>
          <p:nvPr/>
        </p:nvPicPr>
        <p:blipFill>
          <a:blip r:embed="rId3">
            <a:alphaModFix/>
          </a:blip>
          <a:stretch>
            <a:fillRect/>
          </a:stretch>
        </p:blipFill>
        <p:spPr>
          <a:xfrm>
            <a:off x="363959" y="302090"/>
            <a:ext cx="8546200" cy="4219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pic>
        <p:nvPicPr>
          <p:cNvPr id="879" name="Google Shape;879;p89"/>
          <p:cNvPicPr preferRelativeResize="0"/>
          <p:nvPr/>
        </p:nvPicPr>
        <p:blipFill>
          <a:blip r:embed="rId3">
            <a:alphaModFix/>
          </a:blip>
          <a:stretch>
            <a:fillRect/>
          </a:stretch>
        </p:blipFill>
        <p:spPr>
          <a:xfrm>
            <a:off x="287938" y="346621"/>
            <a:ext cx="8653000" cy="42717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p90"/>
          <p:cNvSpPr txBox="1"/>
          <p:nvPr/>
        </p:nvSpPr>
        <p:spPr>
          <a:xfrm>
            <a:off x="371925" y="317500"/>
            <a:ext cx="8260200" cy="5037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2000" b="1">
                <a:latin typeface="Comic Sans MS"/>
                <a:ea typeface="Comic Sans MS"/>
                <a:cs typeface="Comic Sans MS"/>
                <a:sym typeface="Comic Sans MS"/>
              </a:rPr>
              <a:t>Key Results:</a:t>
            </a:r>
            <a:endParaRPr sz="2000" b="1">
              <a:latin typeface="Comic Sans MS"/>
              <a:ea typeface="Comic Sans MS"/>
              <a:cs typeface="Comic Sans MS"/>
              <a:sym typeface="Comic Sans MS"/>
            </a:endParaRPr>
          </a:p>
          <a:p>
            <a:pPr marL="457200" lvl="0" indent="-355600" algn="l" rtl="0">
              <a:lnSpc>
                <a:spcPct val="115000"/>
              </a:lnSpc>
              <a:spcBef>
                <a:spcPts val="1200"/>
              </a:spcBef>
              <a:spcAft>
                <a:spcPts val="0"/>
              </a:spcAft>
              <a:buSzPts val="2000"/>
              <a:buFont typeface="Comic Sans MS"/>
              <a:buChar char="●"/>
            </a:pPr>
            <a:r>
              <a:rPr lang="en" sz="2000">
                <a:latin typeface="Comic Sans MS"/>
                <a:ea typeface="Comic Sans MS"/>
                <a:cs typeface="Comic Sans MS"/>
                <a:sym typeface="Comic Sans MS"/>
              </a:rPr>
              <a:t>Linear &amp; Lasso Regression performed best</a:t>
            </a:r>
            <a:br>
              <a:rPr lang="en" sz="2000">
                <a:latin typeface="Comic Sans MS"/>
                <a:ea typeface="Comic Sans MS"/>
                <a:cs typeface="Comic Sans MS"/>
                <a:sym typeface="Comic Sans MS"/>
              </a:rPr>
            </a:br>
            <a:endParaRPr sz="2000">
              <a:latin typeface="Comic Sans MS"/>
              <a:ea typeface="Comic Sans MS"/>
              <a:cs typeface="Comic Sans MS"/>
              <a:sym typeface="Comic Sans MS"/>
            </a:endParaRPr>
          </a:p>
          <a:p>
            <a:pPr marL="457200" lvl="0" indent="-355600" algn="l" rtl="0">
              <a:lnSpc>
                <a:spcPct val="115000"/>
              </a:lnSpc>
              <a:spcBef>
                <a:spcPts val="0"/>
              </a:spcBef>
              <a:spcAft>
                <a:spcPts val="0"/>
              </a:spcAft>
              <a:buSzPts val="2000"/>
              <a:buFont typeface="Comic Sans MS"/>
              <a:buChar char="●"/>
            </a:pPr>
            <a:r>
              <a:rPr lang="en" sz="2000">
                <a:latin typeface="Comic Sans MS"/>
                <a:ea typeface="Comic Sans MS"/>
                <a:cs typeface="Comic Sans MS"/>
                <a:sym typeface="Comic Sans MS"/>
              </a:rPr>
              <a:t>RMSE and MAE values are very low</a:t>
            </a:r>
            <a:br>
              <a:rPr lang="en" sz="2000">
                <a:latin typeface="Comic Sans MS"/>
                <a:ea typeface="Comic Sans MS"/>
                <a:cs typeface="Comic Sans MS"/>
                <a:sym typeface="Comic Sans MS"/>
              </a:rPr>
            </a:br>
            <a:endParaRPr sz="2000">
              <a:latin typeface="Comic Sans MS"/>
              <a:ea typeface="Comic Sans MS"/>
              <a:cs typeface="Comic Sans MS"/>
              <a:sym typeface="Comic Sans MS"/>
            </a:endParaRPr>
          </a:p>
          <a:p>
            <a:pPr marL="457200" lvl="0" indent="-355600" algn="l" rtl="0">
              <a:lnSpc>
                <a:spcPct val="115000"/>
              </a:lnSpc>
              <a:spcBef>
                <a:spcPts val="0"/>
              </a:spcBef>
              <a:spcAft>
                <a:spcPts val="0"/>
              </a:spcAft>
              <a:buSzPts val="2000"/>
              <a:buFont typeface="Comic Sans MS"/>
              <a:buChar char="●"/>
            </a:pPr>
            <a:r>
              <a:rPr lang="en" sz="2000">
                <a:latin typeface="Comic Sans MS"/>
                <a:ea typeface="Comic Sans MS"/>
                <a:cs typeface="Comic Sans MS"/>
                <a:sym typeface="Comic Sans MS"/>
              </a:rPr>
              <a:t>R² score ≈ 1.00</a:t>
            </a:r>
            <a:br>
              <a:rPr lang="en" sz="2000">
                <a:latin typeface="Comic Sans MS"/>
                <a:ea typeface="Comic Sans MS"/>
                <a:cs typeface="Comic Sans MS"/>
                <a:sym typeface="Comic Sans MS"/>
              </a:rPr>
            </a:br>
            <a:endParaRPr sz="2200">
              <a:latin typeface="Comic Sans MS"/>
              <a:ea typeface="Comic Sans MS"/>
              <a:cs typeface="Comic Sans MS"/>
              <a:sym typeface="Comic Sans MS"/>
            </a:endParaRPr>
          </a:p>
          <a:p>
            <a:pPr marL="0" lvl="0" indent="0" algn="l" rtl="0">
              <a:lnSpc>
                <a:spcPct val="115000"/>
              </a:lnSpc>
              <a:spcBef>
                <a:spcPts val="1200"/>
              </a:spcBef>
              <a:spcAft>
                <a:spcPts val="0"/>
              </a:spcAft>
              <a:buNone/>
            </a:pPr>
            <a:r>
              <a:rPr lang="en" sz="2000" b="1">
                <a:latin typeface="Comic Sans MS"/>
                <a:ea typeface="Comic Sans MS"/>
                <a:cs typeface="Comic Sans MS"/>
                <a:sym typeface="Comic Sans MS"/>
              </a:rPr>
              <a:t>Conclusion:</a:t>
            </a:r>
            <a:endParaRPr sz="2000" b="1">
              <a:latin typeface="Comic Sans MS"/>
              <a:ea typeface="Comic Sans MS"/>
              <a:cs typeface="Comic Sans MS"/>
              <a:sym typeface="Comic Sans MS"/>
            </a:endParaRPr>
          </a:p>
          <a:p>
            <a:pPr marL="457200" lvl="0" indent="-355600" algn="l" rtl="0">
              <a:lnSpc>
                <a:spcPct val="115000"/>
              </a:lnSpc>
              <a:spcBef>
                <a:spcPts val="1200"/>
              </a:spcBef>
              <a:spcAft>
                <a:spcPts val="0"/>
              </a:spcAft>
              <a:buSzPts val="2000"/>
              <a:buFont typeface="Comic Sans MS"/>
              <a:buChar char="●"/>
            </a:pPr>
            <a:r>
              <a:rPr lang="en" sz="2000">
                <a:latin typeface="Comic Sans MS"/>
                <a:ea typeface="Comic Sans MS"/>
                <a:cs typeface="Comic Sans MS"/>
                <a:sym typeface="Comic Sans MS"/>
              </a:rPr>
              <a:t>Models predict energy consumption accurately</a:t>
            </a:r>
            <a:endParaRPr sz="2000">
              <a:latin typeface="Comic Sans MS"/>
              <a:ea typeface="Comic Sans MS"/>
              <a:cs typeface="Comic Sans MS"/>
              <a:sym typeface="Comic Sans MS"/>
            </a:endParaRPr>
          </a:p>
          <a:p>
            <a:pPr marL="457200" marR="381000" lvl="0" indent="-355600" algn="l" rtl="0">
              <a:lnSpc>
                <a:spcPct val="115000"/>
              </a:lnSpc>
              <a:spcBef>
                <a:spcPts val="0"/>
              </a:spcBef>
              <a:spcAft>
                <a:spcPts val="0"/>
              </a:spcAft>
              <a:buSzPts val="2000"/>
              <a:buFont typeface="Comic Sans MS"/>
              <a:buChar char="●"/>
            </a:pPr>
            <a:r>
              <a:rPr lang="en" sz="2000">
                <a:latin typeface="Comic Sans MS"/>
                <a:ea typeface="Comic Sans MS"/>
                <a:cs typeface="Comic Sans MS"/>
                <a:sym typeface="Comic Sans MS"/>
              </a:rPr>
              <a:t>Higher MAE in ElasticNet indicates over-regularization, making it unsuitable for this dataset.</a:t>
            </a:r>
            <a:endParaRPr sz="2000">
              <a:latin typeface="Comic Sans MS"/>
              <a:ea typeface="Comic Sans MS"/>
              <a:cs typeface="Comic Sans MS"/>
              <a:sym typeface="Comic Sans MS"/>
            </a:endParaRPr>
          </a:p>
          <a:p>
            <a:pPr marL="457200" lvl="0" indent="0" algn="l" rtl="0">
              <a:lnSpc>
                <a:spcPct val="115000"/>
              </a:lnSpc>
              <a:spcBef>
                <a:spcPts val="1200"/>
              </a:spcBef>
              <a:spcAft>
                <a:spcPts val="1200"/>
              </a:spcAft>
              <a:buNone/>
            </a:pPr>
            <a:endParaRPr sz="2000" b="1">
              <a:latin typeface="Comic Sans MS"/>
              <a:ea typeface="Comic Sans MS"/>
              <a:cs typeface="Comic Sans MS"/>
              <a:sym typeface="Comic Sans MS"/>
            </a:endParaRPr>
          </a:p>
        </p:txBody>
      </p:sp>
      <p:pic>
        <p:nvPicPr>
          <p:cNvPr id="885" name="Google Shape;885;p90"/>
          <p:cNvPicPr preferRelativeResize="0"/>
          <p:nvPr/>
        </p:nvPicPr>
        <p:blipFill>
          <a:blip r:embed="rId3">
            <a:alphaModFix/>
          </a:blip>
          <a:stretch>
            <a:fillRect/>
          </a:stretch>
        </p:blipFill>
        <p:spPr>
          <a:xfrm>
            <a:off x="5137656" y="1396243"/>
            <a:ext cx="3802975" cy="20622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p9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38</a:t>
            </a:fld>
            <a:endParaRPr/>
          </a:p>
        </p:txBody>
      </p:sp>
      <p:sp>
        <p:nvSpPr>
          <p:cNvPr id="891" name="Google Shape;891;p91"/>
          <p:cNvSpPr/>
          <p:nvPr/>
        </p:nvSpPr>
        <p:spPr>
          <a:xfrm rot="-503992">
            <a:off x="1515953" y="697398"/>
            <a:ext cx="5415494" cy="2264199"/>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accent1"/>
                </a:solidFill>
                <a:latin typeface="Archivo ExtraBold"/>
                <a:ea typeface="Archivo ExtraBold"/>
                <a:cs typeface="Archivo ExtraBold"/>
                <a:sym typeface="Archivo ExtraBold"/>
              </a:rPr>
              <a:t>Actual vs Predicted </a:t>
            </a:r>
            <a:endParaRPr sz="5600">
              <a:solidFill>
                <a:schemeClr val="accent1"/>
              </a:solidFill>
              <a:latin typeface="Archivo ExtraBold"/>
              <a:ea typeface="Archivo ExtraBold"/>
              <a:cs typeface="Archivo ExtraBold"/>
              <a:sym typeface="Archivo ExtraBold"/>
            </a:endParaRPr>
          </a:p>
        </p:txBody>
      </p:sp>
      <p:sp>
        <p:nvSpPr>
          <p:cNvPr id="892" name="Google Shape;892;p91"/>
          <p:cNvSpPr/>
          <p:nvPr/>
        </p:nvSpPr>
        <p:spPr>
          <a:xfrm rot="864039">
            <a:off x="4668518" y="2611599"/>
            <a:ext cx="1773214" cy="1111952"/>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accent1"/>
                </a:solidFill>
                <a:latin typeface="Archivo ExtraBold"/>
                <a:ea typeface="Archivo ExtraBold"/>
                <a:cs typeface="Archivo ExtraBold"/>
                <a:sym typeface="Archivo ExtraBold"/>
              </a:rPr>
              <a:t>AP</a:t>
            </a:r>
            <a:endParaRPr sz="5600">
              <a:solidFill>
                <a:schemeClr val="accent1"/>
              </a:solidFill>
              <a:latin typeface="Archivo ExtraBold"/>
              <a:ea typeface="Archivo ExtraBold"/>
              <a:cs typeface="Archivo ExtraBold"/>
              <a:sym typeface="Archivo ExtraBo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pic>
        <p:nvPicPr>
          <p:cNvPr id="897" name="Google Shape;897;p92"/>
          <p:cNvPicPr preferRelativeResize="0"/>
          <p:nvPr/>
        </p:nvPicPr>
        <p:blipFill>
          <a:blip r:embed="rId3">
            <a:alphaModFix/>
          </a:blip>
          <a:stretch>
            <a:fillRect/>
          </a:stretch>
        </p:blipFill>
        <p:spPr>
          <a:xfrm>
            <a:off x="80217" y="820750"/>
            <a:ext cx="6593225" cy="3544150"/>
          </a:xfrm>
          <a:prstGeom prst="rect">
            <a:avLst/>
          </a:prstGeom>
          <a:noFill/>
          <a:ln>
            <a:noFill/>
          </a:ln>
        </p:spPr>
      </p:pic>
      <p:sp>
        <p:nvSpPr>
          <p:cNvPr id="898" name="Google Shape;898;p92"/>
          <p:cNvSpPr/>
          <p:nvPr/>
        </p:nvSpPr>
        <p:spPr>
          <a:xfrm rot="-275">
            <a:off x="37353" y="46987"/>
            <a:ext cx="7504500" cy="685200"/>
          </a:xfrm>
          <a:prstGeom prst="roundRect">
            <a:avLst>
              <a:gd name="adj" fmla="val 50000"/>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200" b="1">
                <a:solidFill>
                  <a:srgbClr val="204ECF"/>
                </a:solidFill>
                <a:highlight>
                  <a:srgbClr val="FFFFFF"/>
                </a:highlight>
                <a:latin typeface="Roboto"/>
                <a:ea typeface="Roboto"/>
                <a:cs typeface="Roboto"/>
                <a:sym typeface="Roboto"/>
              </a:rPr>
              <a:t>Actual vs Predicted Analysis</a:t>
            </a:r>
            <a:endParaRPr sz="4300">
              <a:solidFill>
                <a:schemeClr val="dk1"/>
              </a:solidFill>
              <a:latin typeface="Archivo ExtraBold"/>
              <a:ea typeface="Archivo ExtraBold"/>
              <a:cs typeface="Archivo ExtraBold"/>
              <a:sym typeface="Archivo ExtraBold"/>
            </a:endParaRPr>
          </a:p>
        </p:txBody>
      </p:sp>
      <p:sp>
        <p:nvSpPr>
          <p:cNvPr id="899" name="Google Shape;899;p92"/>
          <p:cNvSpPr txBox="1"/>
          <p:nvPr/>
        </p:nvSpPr>
        <p:spPr>
          <a:xfrm>
            <a:off x="6575575" y="648779"/>
            <a:ext cx="2484900" cy="4433100"/>
          </a:xfrm>
          <a:prstGeom prst="rect">
            <a:avLst/>
          </a:prstGeom>
          <a:noFill/>
          <a:ln>
            <a:noFill/>
          </a:ln>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sz="1200"/>
              <a:t>Scatter plot compares </a:t>
            </a:r>
            <a:r>
              <a:rPr lang="en" sz="1200" b="1"/>
              <a:t>actual energy consumption vs predicted values</a:t>
            </a:r>
            <a:br>
              <a:rPr lang="en" sz="1200" b="1"/>
            </a:br>
            <a:endParaRPr sz="1200" b="1"/>
          </a:p>
          <a:p>
            <a:pPr marL="457200" lvl="0" indent="-304800" algn="l" rtl="0">
              <a:spcBef>
                <a:spcPts val="0"/>
              </a:spcBef>
              <a:spcAft>
                <a:spcPts val="0"/>
              </a:spcAft>
              <a:buSzPts val="1200"/>
              <a:buChar char="●"/>
            </a:pPr>
            <a:r>
              <a:rPr lang="en" sz="1200"/>
              <a:t>Data points closely follow the </a:t>
            </a:r>
            <a:r>
              <a:rPr lang="en" sz="1200" b="1"/>
              <a:t>45° reference line</a:t>
            </a:r>
            <a:br>
              <a:rPr lang="en" sz="1200" b="1"/>
            </a:br>
            <a:endParaRPr sz="1200" b="1"/>
          </a:p>
          <a:p>
            <a:pPr marL="457200" lvl="0" indent="-304800" algn="l" rtl="0">
              <a:spcBef>
                <a:spcPts val="0"/>
              </a:spcBef>
              <a:spcAft>
                <a:spcPts val="0"/>
              </a:spcAft>
              <a:buSzPts val="1200"/>
              <a:buChar char="●"/>
            </a:pPr>
            <a:r>
              <a:rPr lang="en" sz="1200"/>
              <a:t>Indicates </a:t>
            </a:r>
            <a:r>
              <a:rPr lang="en" sz="1200" b="1"/>
              <a:t>high prediction accuracy</a:t>
            </a:r>
            <a:r>
              <a:rPr lang="en" sz="1200"/>
              <a:t> across all energy ranges</a:t>
            </a:r>
            <a:br>
              <a:rPr lang="en" sz="1200"/>
            </a:br>
            <a:endParaRPr sz="1200"/>
          </a:p>
          <a:p>
            <a:pPr marL="457200" lvl="0" indent="-304800" algn="l" rtl="0">
              <a:spcBef>
                <a:spcPts val="0"/>
              </a:spcBef>
              <a:spcAft>
                <a:spcPts val="0"/>
              </a:spcAft>
              <a:buSzPts val="1200"/>
              <a:buChar char="●"/>
            </a:pPr>
            <a:r>
              <a:rPr lang="en" sz="1200"/>
              <a:t>Very small deviation between actual and predicted values</a:t>
            </a:r>
            <a:br>
              <a:rPr lang="en" sz="1200"/>
            </a:br>
            <a:endParaRPr sz="1200"/>
          </a:p>
          <a:p>
            <a:pPr marL="457200" lvl="0" indent="-304800" algn="l" rtl="0">
              <a:spcBef>
                <a:spcPts val="0"/>
              </a:spcBef>
              <a:spcAft>
                <a:spcPts val="0"/>
              </a:spcAft>
              <a:buSzPts val="1200"/>
              <a:buChar char="●"/>
            </a:pPr>
            <a:r>
              <a:rPr lang="en" sz="1200"/>
              <a:t>Confirms the model </a:t>
            </a:r>
            <a:r>
              <a:rPr lang="en" sz="1200" b="1"/>
              <a:t>generalizes well on unseen test data</a:t>
            </a:r>
            <a:br>
              <a:rPr lang="en" sz="1200" b="1"/>
            </a:br>
            <a:endParaRPr sz="1200" b="1"/>
          </a:p>
          <a:p>
            <a:pPr marL="457200" lvl="0" indent="-304800" algn="l" rtl="0">
              <a:spcBef>
                <a:spcPts val="0"/>
              </a:spcBef>
              <a:spcAft>
                <a:spcPts val="0"/>
              </a:spcAft>
              <a:buSzPts val="1200"/>
              <a:buChar char="●"/>
            </a:pPr>
            <a:r>
              <a:rPr lang="en" sz="1200"/>
              <a:t>No visible systematic over-prediction or under-prediction</a:t>
            </a:r>
            <a:endParaRPr sz="12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Shape 903"/>
        <p:cNvGrpSpPr/>
        <p:nvPr/>
      </p:nvGrpSpPr>
      <p:grpSpPr>
        <a:xfrm>
          <a:off x="0" y="0"/>
          <a:ext cx="0" cy="0"/>
          <a:chOff x="0" y="0"/>
          <a:chExt cx="0" cy="0"/>
        </a:xfrm>
      </p:grpSpPr>
      <p:pic>
        <p:nvPicPr>
          <p:cNvPr id="904" name="Google Shape;904;p93"/>
          <p:cNvPicPr preferRelativeResize="0"/>
          <p:nvPr/>
        </p:nvPicPr>
        <p:blipFill rotWithShape="1">
          <a:blip r:embed="rId3">
            <a:alphaModFix/>
          </a:blip>
          <a:srcRect l="33532"/>
          <a:stretch/>
        </p:blipFill>
        <p:spPr>
          <a:xfrm>
            <a:off x="25885" y="2445462"/>
            <a:ext cx="6497427" cy="2675919"/>
          </a:xfrm>
          <a:prstGeom prst="rect">
            <a:avLst/>
          </a:prstGeom>
          <a:noFill/>
          <a:ln>
            <a:noFill/>
          </a:ln>
        </p:spPr>
      </p:pic>
      <p:pic>
        <p:nvPicPr>
          <p:cNvPr id="905" name="Google Shape;905;p93"/>
          <p:cNvPicPr preferRelativeResize="0"/>
          <p:nvPr/>
        </p:nvPicPr>
        <p:blipFill>
          <a:blip r:embed="rId4">
            <a:alphaModFix/>
          </a:blip>
          <a:stretch>
            <a:fillRect/>
          </a:stretch>
        </p:blipFill>
        <p:spPr>
          <a:xfrm>
            <a:off x="25885" y="22131"/>
            <a:ext cx="3118873" cy="2423326"/>
          </a:xfrm>
          <a:prstGeom prst="rect">
            <a:avLst/>
          </a:prstGeom>
          <a:noFill/>
          <a:ln>
            <a:noFill/>
          </a:ln>
        </p:spPr>
      </p:pic>
      <p:pic>
        <p:nvPicPr>
          <p:cNvPr id="906" name="Google Shape;906;p93"/>
          <p:cNvPicPr preferRelativeResize="0"/>
          <p:nvPr/>
        </p:nvPicPr>
        <p:blipFill rotWithShape="1">
          <a:blip r:embed="rId3">
            <a:alphaModFix/>
          </a:blip>
          <a:srcRect r="66589"/>
          <a:stretch/>
        </p:blipFill>
        <p:spPr>
          <a:xfrm>
            <a:off x="3144766" y="22131"/>
            <a:ext cx="3378544" cy="2423332"/>
          </a:xfrm>
          <a:prstGeom prst="rect">
            <a:avLst/>
          </a:prstGeom>
          <a:noFill/>
          <a:ln>
            <a:noFill/>
          </a:ln>
        </p:spPr>
      </p:pic>
      <p:sp>
        <p:nvSpPr>
          <p:cNvPr id="907" name="Google Shape;907;p93"/>
          <p:cNvSpPr txBox="1"/>
          <p:nvPr/>
        </p:nvSpPr>
        <p:spPr>
          <a:xfrm>
            <a:off x="6580675" y="317575"/>
            <a:ext cx="2487600" cy="4137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600" b="1">
                <a:latin typeface="Comic Sans MS"/>
                <a:ea typeface="Comic Sans MS"/>
                <a:cs typeface="Comic Sans MS"/>
                <a:sym typeface="Comic Sans MS"/>
              </a:rPr>
              <a:t>Observation:</a:t>
            </a:r>
            <a:endParaRPr sz="1600" b="1">
              <a:latin typeface="Comic Sans MS"/>
              <a:ea typeface="Comic Sans MS"/>
              <a:cs typeface="Comic Sans MS"/>
              <a:sym typeface="Comic Sans MS"/>
            </a:endParaRPr>
          </a:p>
          <a:p>
            <a:pPr marL="457200" lvl="0" indent="-330200" algn="l" rtl="0">
              <a:lnSpc>
                <a:spcPct val="115000"/>
              </a:lnSpc>
              <a:spcBef>
                <a:spcPts val="1200"/>
              </a:spcBef>
              <a:spcAft>
                <a:spcPts val="0"/>
              </a:spcAft>
              <a:buSzPts val="1600"/>
              <a:buFont typeface="Comic Sans MS"/>
              <a:buChar char="●"/>
            </a:pPr>
            <a:r>
              <a:rPr lang="en" sz="1600">
                <a:latin typeface="Comic Sans MS"/>
                <a:ea typeface="Comic Sans MS"/>
                <a:cs typeface="Comic Sans MS"/>
                <a:sym typeface="Comic Sans MS"/>
              </a:rPr>
              <a:t>Predicted values closely match actual energy consumption</a:t>
            </a:r>
            <a:br>
              <a:rPr lang="en" sz="1600">
                <a:latin typeface="Comic Sans MS"/>
                <a:ea typeface="Comic Sans MS"/>
                <a:cs typeface="Comic Sans MS"/>
                <a:sym typeface="Comic Sans MS"/>
              </a:rPr>
            </a:br>
            <a:endParaRPr sz="1600">
              <a:latin typeface="Comic Sans MS"/>
              <a:ea typeface="Comic Sans MS"/>
              <a:cs typeface="Comic Sans MS"/>
              <a:sym typeface="Comic Sans MS"/>
            </a:endParaRPr>
          </a:p>
          <a:p>
            <a:pPr marL="457200" lvl="0" indent="-330200" algn="l" rtl="0">
              <a:lnSpc>
                <a:spcPct val="115000"/>
              </a:lnSpc>
              <a:spcBef>
                <a:spcPts val="0"/>
              </a:spcBef>
              <a:spcAft>
                <a:spcPts val="0"/>
              </a:spcAft>
              <a:buSzPts val="1600"/>
              <a:buFont typeface="Comic Sans MS"/>
              <a:buChar char="●"/>
            </a:pPr>
            <a:r>
              <a:rPr lang="en" sz="1600">
                <a:latin typeface="Comic Sans MS"/>
                <a:ea typeface="Comic Sans MS"/>
                <a:cs typeface="Comic Sans MS"/>
                <a:sym typeface="Comic Sans MS"/>
              </a:rPr>
              <a:t>Points lie near the diagonal line</a:t>
            </a:r>
            <a:br>
              <a:rPr lang="en" sz="1600">
                <a:latin typeface="Comic Sans MS"/>
                <a:ea typeface="Comic Sans MS"/>
                <a:cs typeface="Comic Sans MS"/>
                <a:sym typeface="Comic Sans MS"/>
              </a:rPr>
            </a:br>
            <a:endParaRPr sz="1600">
              <a:latin typeface="Comic Sans MS"/>
              <a:ea typeface="Comic Sans MS"/>
              <a:cs typeface="Comic Sans MS"/>
              <a:sym typeface="Comic Sans MS"/>
            </a:endParaRPr>
          </a:p>
          <a:p>
            <a:pPr marL="0" lvl="0" indent="0" algn="l" rtl="0">
              <a:lnSpc>
                <a:spcPct val="115000"/>
              </a:lnSpc>
              <a:spcBef>
                <a:spcPts val="1200"/>
              </a:spcBef>
              <a:spcAft>
                <a:spcPts val="1200"/>
              </a:spcAft>
              <a:buNone/>
            </a:pPr>
            <a:r>
              <a:rPr lang="en" sz="1600" b="1">
                <a:latin typeface="Comic Sans MS"/>
                <a:ea typeface="Comic Sans MS"/>
                <a:cs typeface="Comic Sans MS"/>
                <a:sym typeface="Comic Sans MS"/>
              </a:rPr>
              <a:t>Interpretation:</a:t>
            </a:r>
            <a:br>
              <a:rPr lang="en" sz="1600" b="1">
                <a:latin typeface="Comic Sans MS"/>
                <a:ea typeface="Comic Sans MS"/>
                <a:cs typeface="Comic Sans MS"/>
                <a:sym typeface="Comic Sans MS"/>
              </a:rPr>
            </a:br>
            <a:r>
              <a:rPr lang="en" sz="1600">
                <a:latin typeface="Comic Sans MS"/>
                <a:ea typeface="Comic Sans MS"/>
                <a:cs typeface="Comic Sans MS"/>
                <a:sym typeface="Comic Sans MS"/>
              </a:rPr>
              <a:t> This confirms high predictive accuracy with minimal error.</a:t>
            </a:r>
            <a:endParaRPr sz="1600">
              <a:latin typeface="Comic Sans MS"/>
              <a:ea typeface="Comic Sans MS"/>
              <a:cs typeface="Comic Sans MS"/>
              <a:sym typeface="Comic Sans M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p9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41</a:t>
            </a:fld>
            <a:endParaRPr/>
          </a:p>
        </p:txBody>
      </p:sp>
      <p:sp>
        <p:nvSpPr>
          <p:cNvPr id="913" name="Google Shape;913;p94"/>
          <p:cNvSpPr/>
          <p:nvPr/>
        </p:nvSpPr>
        <p:spPr>
          <a:xfrm rot="146272">
            <a:off x="1751255" y="1276730"/>
            <a:ext cx="4824166" cy="1446096"/>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dk1"/>
                </a:solidFill>
                <a:latin typeface="Archivo ExtraBold"/>
                <a:ea typeface="Archivo ExtraBold"/>
                <a:cs typeface="Archivo ExtraBold"/>
                <a:sym typeface="Archivo ExtraBold"/>
              </a:rPr>
              <a:t>ERROR ANALYSIS</a:t>
            </a:r>
            <a:endParaRPr sz="5600">
              <a:solidFill>
                <a:schemeClr val="dk1"/>
              </a:solidFill>
              <a:latin typeface="Archivo ExtraBold"/>
              <a:ea typeface="Archivo ExtraBold"/>
              <a:cs typeface="Archivo ExtraBold"/>
              <a:sym typeface="Archivo ExtraBold"/>
            </a:endParaRPr>
          </a:p>
        </p:txBody>
      </p:sp>
      <p:sp>
        <p:nvSpPr>
          <p:cNvPr id="914" name="Google Shape;914;p94"/>
          <p:cNvSpPr/>
          <p:nvPr/>
        </p:nvSpPr>
        <p:spPr>
          <a:xfrm rot="-1192492">
            <a:off x="5480480" y="2655739"/>
            <a:ext cx="1736639" cy="1112299"/>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dk2"/>
                </a:solidFill>
                <a:latin typeface="Archivo ExtraBold"/>
                <a:ea typeface="Archivo ExtraBold"/>
                <a:cs typeface="Archivo ExtraBold"/>
                <a:sym typeface="Archivo ExtraBold"/>
              </a:rPr>
              <a:t>EA</a:t>
            </a:r>
            <a:endParaRPr sz="5600">
              <a:solidFill>
                <a:schemeClr val="dk2"/>
              </a:solidFill>
              <a:latin typeface="Archivo ExtraBold"/>
              <a:ea typeface="Archivo ExtraBold"/>
              <a:cs typeface="Archivo ExtraBold"/>
              <a:sym typeface="Archivo ExtraBo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pic>
        <p:nvPicPr>
          <p:cNvPr id="919" name="Google Shape;919;p95"/>
          <p:cNvPicPr preferRelativeResize="0"/>
          <p:nvPr/>
        </p:nvPicPr>
        <p:blipFill>
          <a:blip r:embed="rId3">
            <a:alphaModFix/>
          </a:blip>
          <a:stretch>
            <a:fillRect/>
          </a:stretch>
        </p:blipFill>
        <p:spPr>
          <a:xfrm>
            <a:off x="119966" y="840576"/>
            <a:ext cx="6648450" cy="3743325"/>
          </a:xfrm>
          <a:prstGeom prst="rect">
            <a:avLst/>
          </a:prstGeom>
          <a:noFill/>
          <a:ln>
            <a:noFill/>
          </a:ln>
        </p:spPr>
      </p:pic>
      <p:sp>
        <p:nvSpPr>
          <p:cNvPr id="920" name="Google Shape;920;p95"/>
          <p:cNvSpPr/>
          <p:nvPr/>
        </p:nvSpPr>
        <p:spPr>
          <a:xfrm rot="-275">
            <a:off x="37353" y="46987"/>
            <a:ext cx="7504500" cy="685200"/>
          </a:xfrm>
          <a:prstGeom prst="roundRect">
            <a:avLst>
              <a:gd name="adj" fmla="val 50000"/>
            </a:avLst>
          </a:prstGeom>
          <a:solidFill>
            <a:srgbClr val="FAF6F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200" b="1">
                <a:solidFill>
                  <a:srgbClr val="204ECF"/>
                </a:solidFill>
                <a:highlight>
                  <a:srgbClr val="FFFFFF"/>
                </a:highlight>
                <a:latin typeface="Roboto"/>
                <a:ea typeface="Roboto"/>
                <a:cs typeface="Roboto"/>
                <a:sym typeface="Roboto"/>
              </a:rPr>
              <a:t>Error Analysis: Residuals</a:t>
            </a:r>
            <a:endParaRPr sz="4300">
              <a:solidFill>
                <a:schemeClr val="dk1"/>
              </a:solidFill>
              <a:latin typeface="Archivo ExtraBold"/>
              <a:ea typeface="Archivo ExtraBold"/>
              <a:cs typeface="Archivo ExtraBold"/>
              <a:sym typeface="Archivo ExtraBold"/>
            </a:endParaRPr>
          </a:p>
        </p:txBody>
      </p:sp>
      <p:sp>
        <p:nvSpPr>
          <p:cNvPr id="921" name="Google Shape;921;p95"/>
          <p:cNvSpPr txBox="1"/>
          <p:nvPr/>
        </p:nvSpPr>
        <p:spPr>
          <a:xfrm>
            <a:off x="151300" y="4583900"/>
            <a:ext cx="8949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rgbClr val="202214"/>
                </a:solidFill>
                <a:latin typeface="Lora"/>
                <a:ea typeface="Lora"/>
                <a:cs typeface="Lora"/>
                <a:sym typeface="Lora"/>
              </a:rPr>
              <a:t>Confirm normality and check conditional errors by building type</a:t>
            </a:r>
            <a:endParaRPr b="1">
              <a:solidFill>
                <a:srgbClr val="202214"/>
              </a:solidFill>
            </a:endParaRPr>
          </a:p>
        </p:txBody>
      </p:sp>
      <p:sp>
        <p:nvSpPr>
          <p:cNvPr id="922" name="Google Shape;922;p95"/>
          <p:cNvSpPr txBox="1"/>
          <p:nvPr/>
        </p:nvSpPr>
        <p:spPr>
          <a:xfrm>
            <a:off x="6578896" y="840575"/>
            <a:ext cx="2557500" cy="3274800"/>
          </a:xfrm>
          <a:prstGeom prst="rect">
            <a:avLst/>
          </a:prstGeom>
          <a:noFill/>
          <a:ln>
            <a:noFill/>
          </a:ln>
        </p:spPr>
        <p:txBody>
          <a:bodyPr spcFirstLastPara="1" wrap="square" lIns="91425" tIns="91425" rIns="91425" bIns="91425" anchor="t" anchorCtr="0">
            <a:spAutoFit/>
          </a:bodyPr>
          <a:lstStyle/>
          <a:p>
            <a:pPr marL="457200" lvl="0" indent="-298450" algn="l" rtl="0">
              <a:lnSpc>
                <a:spcPct val="115000"/>
              </a:lnSpc>
              <a:spcBef>
                <a:spcPts val="1200"/>
              </a:spcBef>
              <a:spcAft>
                <a:spcPts val="0"/>
              </a:spcAft>
              <a:buSzPts val="1100"/>
              <a:buChar char="●"/>
            </a:pPr>
            <a:r>
              <a:rPr lang="en" sz="1100"/>
              <a:t>Error values are </a:t>
            </a:r>
            <a:r>
              <a:rPr lang="en" sz="1100" b="1"/>
              <a:t>centered around zero</a:t>
            </a:r>
            <a:br>
              <a:rPr lang="en" sz="1100" b="1"/>
            </a:br>
            <a:endParaRPr sz="1100" b="1"/>
          </a:p>
          <a:p>
            <a:pPr marL="457200" lvl="0" indent="-298450" algn="l" rtl="0">
              <a:lnSpc>
                <a:spcPct val="115000"/>
              </a:lnSpc>
              <a:spcBef>
                <a:spcPts val="0"/>
              </a:spcBef>
              <a:spcAft>
                <a:spcPts val="0"/>
              </a:spcAft>
              <a:buSzPts val="1100"/>
              <a:buChar char="●"/>
            </a:pPr>
            <a:r>
              <a:rPr lang="en" sz="1100"/>
              <a:t>Majority of prediction errors fall within a </a:t>
            </a:r>
            <a:r>
              <a:rPr lang="en" sz="1100" b="1"/>
              <a:t>narrow range</a:t>
            </a:r>
            <a:br>
              <a:rPr lang="en" sz="1100" b="1"/>
            </a:br>
            <a:endParaRPr sz="1100" b="1"/>
          </a:p>
          <a:p>
            <a:pPr marL="457200" lvl="0" indent="-298450" algn="l" rtl="0">
              <a:lnSpc>
                <a:spcPct val="115000"/>
              </a:lnSpc>
              <a:spcBef>
                <a:spcPts val="0"/>
              </a:spcBef>
              <a:spcAft>
                <a:spcPts val="0"/>
              </a:spcAft>
              <a:buSzPts val="1100"/>
              <a:buChar char="●"/>
            </a:pPr>
            <a:r>
              <a:rPr lang="en" sz="1100"/>
              <a:t>Distribution is approximately </a:t>
            </a:r>
            <a:r>
              <a:rPr lang="en" sz="1100" b="1"/>
              <a:t>symmetric</a:t>
            </a:r>
            <a:br>
              <a:rPr lang="en" sz="1100" b="1"/>
            </a:br>
            <a:endParaRPr sz="1100" b="1"/>
          </a:p>
          <a:p>
            <a:pPr marL="457200" lvl="0" indent="-298450" algn="l" rtl="0">
              <a:lnSpc>
                <a:spcPct val="115000"/>
              </a:lnSpc>
              <a:spcBef>
                <a:spcPts val="0"/>
              </a:spcBef>
              <a:spcAft>
                <a:spcPts val="0"/>
              </a:spcAft>
              <a:buSzPts val="1100"/>
              <a:buChar char="●"/>
            </a:pPr>
            <a:r>
              <a:rPr lang="en" sz="1100"/>
              <a:t>Indicates </a:t>
            </a:r>
            <a:r>
              <a:rPr lang="en" sz="1100" b="1"/>
              <a:t>no bias</a:t>
            </a:r>
            <a:r>
              <a:rPr lang="en" sz="1100"/>
              <a:t> in the model predictions</a:t>
            </a:r>
            <a:br>
              <a:rPr lang="en" sz="1100"/>
            </a:br>
            <a:endParaRPr sz="1100"/>
          </a:p>
          <a:p>
            <a:pPr marL="457200" lvl="0" indent="-298450" algn="l" rtl="0">
              <a:lnSpc>
                <a:spcPct val="115000"/>
              </a:lnSpc>
              <a:spcBef>
                <a:spcPts val="0"/>
              </a:spcBef>
              <a:spcAft>
                <a:spcPts val="0"/>
              </a:spcAft>
              <a:buSzPts val="1100"/>
              <a:buChar char="●"/>
            </a:pPr>
            <a:r>
              <a:rPr lang="en" sz="1100"/>
              <a:t>Confirms model assumptions for linear regression are satisfied</a:t>
            </a:r>
            <a:br>
              <a:rPr lang="en" sz="1100"/>
            </a:br>
            <a:endParaRPr sz="11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Shape 926"/>
        <p:cNvGrpSpPr/>
        <p:nvPr/>
      </p:nvGrpSpPr>
      <p:grpSpPr>
        <a:xfrm>
          <a:off x="0" y="0"/>
          <a:ext cx="0" cy="0"/>
          <a:chOff x="0" y="0"/>
          <a:chExt cx="0" cy="0"/>
        </a:xfrm>
      </p:grpSpPr>
      <p:pic>
        <p:nvPicPr>
          <p:cNvPr id="927" name="Google Shape;927;p96"/>
          <p:cNvPicPr preferRelativeResize="0"/>
          <p:nvPr/>
        </p:nvPicPr>
        <p:blipFill>
          <a:blip r:embed="rId3">
            <a:alphaModFix/>
          </a:blip>
          <a:stretch>
            <a:fillRect/>
          </a:stretch>
        </p:blipFill>
        <p:spPr>
          <a:xfrm>
            <a:off x="6163" y="214043"/>
            <a:ext cx="7282551" cy="4838701"/>
          </a:xfrm>
          <a:prstGeom prst="rect">
            <a:avLst/>
          </a:prstGeom>
          <a:noFill/>
          <a:ln>
            <a:noFill/>
          </a:ln>
        </p:spPr>
      </p:pic>
      <p:sp>
        <p:nvSpPr>
          <p:cNvPr id="928" name="Google Shape;928;p96"/>
          <p:cNvSpPr txBox="1"/>
          <p:nvPr/>
        </p:nvSpPr>
        <p:spPr>
          <a:xfrm>
            <a:off x="7288725" y="372425"/>
            <a:ext cx="1791000" cy="4425300"/>
          </a:xfrm>
          <a:prstGeom prst="rect">
            <a:avLst/>
          </a:prstGeom>
          <a:solidFill>
            <a:schemeClr val="lt1"/>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b="1">
                <a:latin typeface="Comic Sans MS"/>
                <a:ea typeface="Comic Sans MS"/>
                <a:cs typeface="Comic Sans MS"/>
                <a:sym typeface="Comic Sans MS"/>
              </a:rPr>
              <a:t>Residual Analysis:</a:t>
            </a:r>
            <a:endParaRPr b="1">
              <a:latin typeface="Comic Sans MS"/>
              <a:ea typeface="Comic Sans MS"/>
              <a:cs typeface="Comic Sans MS"/>
              <a:sym typeface="Comic Sans MS"/>
            </a:endParaRPr>
          </a:p>
          <a:p>
            <a:pPr marL="457200" lvl="0" indent="-317500" algn="l" rtl="0">
              <a:lnSpc>
                <a:spcPct val="115000"/>
              </a:lnSpc>
              <a:spcBef>
                <a:spcPts val="1200"/>
              </a:spcBef>
              <a:spcAft>
                <a:spcPts val="0"/>
              </a:spcAft>
              <a:buSzPts val="1400"/>
              <a:buFont typeface="Comic Sans MS"/>
              <a:buChar char="●"/>
            </a:pPr>
            <a:r>
              <a:rPr lang="en">
                <a:latin typeface="Comic Sans MS"/>
                <a:ea typeface="Comic Sans MS"/>
                <a:cs typeface="Comic Sans MS"/>
                <a:sym typeface="Comic Sans MS"/>
              </a:rPr>
              <a:t>Errors are centered around zero</a:t>
            </a:r>
            <a:br>
              <a:rPr lang="en">
                <a:latin typeface="Comic Sans MS"/>
                <a:ea typeface="Comic Sans MS"/>
                <a:cs typeface="Comic Sans MS"/>
                <a:sym typeface="Comic Sans MS"/>
              </a:rPr>
            </a:br>
            <a:endParaRPr>
              <a:latin typeface="Comic Sans MS"/>
              <a:ea typeface="Comic Sans MS"/>
              <a:cs typeface="Comic Sans MS"/>
              <a:sym typeface="Comic Sans MS"/>
            </a:endParaRPr>
          </a:p>
          <a:p>
            <a:pPr marL="457200" lvl="0" indent="-317500" algn="l" rtl="0">
              <a:lnSpc>
                <a:spcPct val="115000"/>
              </a:lnSpc>
              <a:spcBef>
                <a:spcPts val="0"/>
              </a:spcBef>
              <a:spcAft>
                <a:spcPts val="0"/>
              </a:spcAft>
              <a:buSzPts val="1400"/>
              <a:buFont typeface="Comic Sans MS"/>
              <a:buChar char="●"/>
            </a:pPr>
            <a:r>
              <a:rPr lang="en">
                <a:latin typeface="Comic Sans MS"/>
                <a:ea typeface="Comic Sans MS"/>
                <a:cs typeface="Comic Sans MS"/>
                <a:sym typeface="Comic Sans MS"/>
              </a:rPr>
              <a:t>No systematic bias observed across building types</a:t>
            </a:r>
            <a:br>
              <a:rPr lang="en">
                <a:latin typeface="Comic Sans MS"/>
                <a:ea typeface="Comic Sans MS"/>
                <a:cs typeface="Comic Sans MS"/>
                <a:sym typeface="Comic Sans MS"/>
              </a:rPr>
            </a:br>
            <a:endParaRPr>
              <a:latin typeface="Comic Sans MS"/>
              <a:ea typeface="Comic Sans MS"/>
              <a:cs typeface="Comic Sans MS"/>
              <a:sym typeface="Comic Sans MS"/>
            </a:endParaRPr>
          </a:p>
          <a:p>
            <a:pPr marL="0" lvl="0" indent="0" algn="l" rtl="0">
              <a:lnSpc>
                <a:spcPct val="115000"/>
              </a:lnSpc>
              <a:spcBef>
                <a:spcPts val="1200"/>
              </a:spcBef>
              <a:spcAft>
                <a:spcPts val="1200"/>
              </a:spcAft>
              <a:buNone/>
            </a:pPr>
            <a:r>
              <a:rPr lang="en" b="1">
                <a:latin typeface="Comic Sans MS"/>
                <a:ea typeface="Comic Sans MS"/>
                <a:cs typeface="Comic Sans MS"/>
                <a:sym typeface="Comic Sans MS"/>
              </a:rPr>
              <a:t>Conclusion:</a:t>
            </a:r>
            <a:br>
              <a:rPr lang="en" b="1">
                <a:latin typeface="Comic Sans MS"/>
                <a:ea typeface="Comic Sans MS"/>
                <a:cs typeface="Comic Sans MS"/>
                <a:sym typeface="Comic Sans MS"/>
              </a:rPr>
            </a:br>
            <a:r>
              <a:rPr lang="en">
                <a:latin typeface="Comic Sans MS"/>
                <a:ea typeface="Comic Sans MS"/>
                <a:cs typeface="Comic Sans MS"/>
                <a:sym typeface="Comic Sans MS"/>
              </a:rPr>
              <a:t> The model satisfies linear regression assumptions.</a:t>
            </a:r>
            <a:endParaRPr>
              <a:latin typeface="Comic Sans MS"/>
              <a:ea typeface="Comic Sans MS"/>
              <a:cs typeface="Comic Sans MS"/>
              <a:sym typeface="Comic Sans M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pic>
        <p:nvPicPr>
          <p:cNvPr id="933" name="Google Shape;933;p97"/>
          <p:cNvPicPr preferRelativeResize="0"/>
          <p:nvPr/>
        </p:nvPicPr>
        <p:blipFill>
          <a:blip r:embed="rId3">
            <a:alphaModFix/>
          </a:blip>
          <a:stretch>
            <a:fillRect/>
          </a:stretch>
        </p:blipFill>
        <p:spPr>
          <a:xfrm>
            <a:off x="573821" y="98235"/>
            <a:ext cx="7824351" cy="49100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sp>
        <p:nvSpPr>
          <p:cNvPr id="938" name="Google Shape;938;p9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45</a:t>
            </a:fld>
            <a:endParaRPr/>
          </a:p>
        </p:txBody>
      </p:sp>
      <p:sp>
        <p:nvSpPr>
          <p:cNvPr id="939" name="Google Shape;939;p98"/>
          <p:cNvSpPr/>
          <p:nvPr/>
        </p:nvSpPr>
        <p:spPr>
          <a:xfrm rot="-150339">
            <a:off x="1356983" y="2015728"/>
            <a:ext cx="4824112" cy="1111963"/>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dk1"/>
                </a:solidFill>
                <a:latin typeface="Archivo ExtraBold"/>
                <a:ea typeface="Archivo ExtraBold"/>
                <a:cs typeface="Archivo ExtraBold"/>
                <a:sym typeface="Archivo ExtraBold"/>
              </a:rPr>
              <a:t>Power BI</a:t>
            </a:r>
            <a:endParaRPr sz="5600">
              <a:solidFill>
                <a:schemeClr val="dk1"/>
              </a:solidFill>
              <a:latin typeface="Archivo ExtraBold"/>
              <a:ea typeface="Archivo ExtraBold"/>
              <a:cs typeface="Archivo ExtraBold"/>
              <a:sym typeface="Archivo ExtraBold"/>
            </a:endParaRPr>
          </a:p>
        </p:txBody>
      </p:sp>
      <p:sp>
        <p:nvSpPr>
          <p:cNvPr id="940" name="Google Shape;940;p98"/>
          <p:cNvSpPr/>
          <p:nvPr/>
        </p:nvSpPr>
        <p:spPr>
          <a:xfrm rot="249471">
            <a:off x="6099647" y="2086184"/>
            <a:ext cx="1915742" cy="1112032"/>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accent1"/>
                </a:solidFill>
                <a:latin typeface="Archivo ExtraBold"/>
                <a:ea typeface="Archivo ExtraBold"/>
                <a:cs typeface="Archivo ExtraBold"/>
                <a:sym typeface="Archivo ExtraBold"/>
              </a:rPr>
              <a:t>PBI</a:t>
            </a:r>
            <a:endParaRPr sz="5600">
              <a:solidFill>
                <a:schemeClr val="accent1"/>
              </a:solidFill>
              <a:latin typeface="Archivo ExtraBold"/>
              <a:ea typeface="Archivo ExtraBold"/>
              <a:cs typeface="Archivo ExtraBold"/>
              <a:sym typeface="Archivo ExtraBo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pic>
        <p:nvPicPr>
          <p:cNvPr id="945" name="Google Shape;945;p99"/>
          <p:cNvPicPr preferRelativeResize="0"/>
          <p:nvPr/>
        </p:nvPicPr>
        <p:blipFill>
          <a:blip r:embed="rId3">
            <a:alphaModFix/>
          </a:blip>
          <a:stretch>
            <a:fillRect/>
          </a:stretch>
        </p:blipFill>
        <p:spPr>
          <a:xfrm>
            <a:off x="0" y="0"/>
            <a:ext cx="9144000" cy="514350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p100"/>
          <p:cNvSpPr/>
          <p:nvPr/>
        </p:nvSpPr>
        <p:spPr>
          <a:xfrm rot="-150339">
            <a:off x="1364944" y="2015548"/>
            <a:ext cx="4824112" cy="1479507"/>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dk1"/>
                </a:solidFill>
                <a:latin typeface="Archivo ExtraBold"/>
                <a:ea typeface="Archivo ExtraBold"/>
                <a:cs typeface="Archivo ExtraBold"/>
                <a:sym typeface="Archivo ExtraBold"/>
              </a:rPr>
              <a:t>Additional Model</a:t>
            </a:r>
            <a:endParaRPr sz="5600">
              <a:solidFill>
                <a:schemeClr val="dk1"/>
              </a:solidFill>
              <a:latin typeface="Archivo ExtraBold"/>
              <a:ea typeface="Archivo ExtraBold"/>
              <a:cs typeface="Archivo ExtraBold"/>
              <a:sym typeface="Archivo ExtraBold"/>
            </a:endParaRPr>
          </a:p>
        </p:txBody>
      </p:sp>
      <p:sp>
        <p:nvSpPr>
          <p:cNvPr id="951" name="Google Shape;951;p100"/>
          <p:cNvSpPr/>
          <p:nvPr/>
        </p:nvSpPr>
        <p:spPr>
          <a:xfrm rot="249471">
            <a:off x="5969157" y="2086184"/>
            <a:ext cx="1915742" cy="1112032"/>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accent1"/>
                </a:solidFill>
                <a:latin typeface="Archivo ExtraBold"/>
                <a:ea typeface="Archivo ExtraBold"/>
                <a:cs typeface="Archivo ExtraBold"/>
                <a:sym typeface="Archivo ExtraBold"/>
              </a:rPr>
              <a:t>AM</a:t>
            </a:r>
            <a:endParaRPr sz="5600">
              <a:solidFill>
                <a:schemeClr val="accent1"/>
              </a:solidFill>
              <a:latin typeface="Archivo ExtraBold"/>
              <a:ea typeface="Archivo ExtraBold"/>
              <a:cs typeface="Archivo ExtraBold"/>
              <a:sym typeface="Archivo ExtraBo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55"/>
        <p:cNvGrpSpPr/>
        <p:nvPr/>
      </p:nvGrpSpPr>
      <p:grpSpPr>
        <a:xfrm>
          <a:off x="0" y="0"/>
          <a:ext cx="0" cy="0"/>
          <a:chOff x="0" y="0"/>
          <a:chExt cx="0" cy="0"/>
        </a:xfrm>
      </p:grpSpPr>
      <p:sp>
        <p:nvSpPr>
          <p:cNvPr id="956" name="Google Shape;956;p101"/>
          <p:cNvSpPr txBox="1"/>
          <p:nvPr/>
        </p:nvSpPr>
        <p:spPr>
          <a:xfrm>
            <a:off x="205325" y="657979"/>
            <a:ext cx="8398200" cy="4316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600" b="1">
                <a:latin typeface="Comic Sans MS"/>
                <a:ea typeface="Comic Sans MS"/>
                <a:cs typeface="Comic Sans MS"/>
                <a:sym typeface="Comic Sans MS"/>
              </a:rPr>
              <a:t>Overview:</a:t>
            </a:r>
            <a:br>
              <a:rPr lang="en" sz="1600" b="1">
                <a:latin typeface="Comic Sans MS"/>
                <a:ea typeface="Comic Sans MS"/>
                <a:cs typeface="Comic Sans MS"/>
                <a:sym typeface="Comic Sans MS"/>
              </a:rPr>
            </a:br>
            <a:r>
              <a:rPr lang="en" sz="1600">
                <a:latin typeface="Comic Sans MS"/>
                <a:ea typeface="Comic Sans MS"/>
                <a:cs typeface="Comic Sans MS"/>
                <a:sym typeface="Comic Sans MS"/>
              </a:rPr>
              <a:t> Random Forest is an ensemble learning method that combines multiple decision trees to improve prediction accuracy and reduce overfitting.</a:t>
            </a:r>
            <a:endParaRPr sz="1600">
              <a:latin typeface="Comic Sans MS"/>
              <a:ea typeface="Comic Sans MS"/>
              <a:cs typeface="Comic Sans MS"/>
              <a:sym typeface="Comic Sans MS"/>
            </a:endParaRPr>
          </a:p>
          <a:p>
            <a:pPr marL="0" lvl="0" indent="0" algn="l" rtl="0">
              <a:lnSpc>
                <a:spcPct val="115000"/>
              </a:lnSpc>
              <a:spcBef>
                <a:spcPts val="1200"/>
              </a:spcBef>
              <a:spcAft>
                <a:spcPts val="0"/>
              </a:spcAft>
              <a:buNone/>
            </a:pPr>
            <a:r>
              <a:rPr lang="en" sz="1600" b="1">
                <a:latin typeface="Comic Sans MS"/>
                <a:ea typeface="Comic Sans MS"/>
                <a:cs typeface="Comic Sans MS"/>
                <a:sym typeface="Comic Sans MS"/>
              </a:rPr>
              <a:t>Result:</a:t>
            </a:r>
            <a:endParaRPr sz="1600" b="1">
              <a:latin typeface="Comic Sans MS"/>
              <a:ea typeface="Comic Sans MS"/>
              <a:cs typeface="Comic Sans MS"/>
              <a:sym typeface="Comic Sans MS"/>
            </a:endParaRPr>
          </a:p>
          <a:p>
            <a:pPr marL="457200" lvl="0" indent="-330200" algn="l" rtl="0">
              <a:lnSpc>
                <a:spcPct val="115000"/>
              </a:lnSpc>
              <a:spcBef>
                <a:spcPts val="1200"/>
              </a:spcBef>
              <a:spcAft>
                <a:spcPts val="0"/>
              </a:spcAft>
              <a:buSzPts val="1600"/>
              <a:buChar char="●"/>
            </a:pPr>
            <a:r>
              <a:rPr lang="en" sz="1600">
                <a:latin typeface="Comic Sans MS"/>
                <a:ea typeface="Comic Sans MS"/>
                <a:cs typeface="Comic Sans MS"/>
                <a:sym typeface="Comic Sans MS"/>
              </a:rPr>
              <a:t>R² Score: </a:t>
            </a:r>
            <a:r>
              <a:rPr lang="en" sz="1600" b="1">
                <a:latin typeface="Comic Sans MS"/>
                <a:ea typeface="Comic Sans MS"/>
                <a:cs typeface="Comic Sans MS"/>
                <a:sym typeface="Comic Sans MS"/>
              </a:rPr>
              <a:t>0.983</a:t>
            </a:r>
            <a:endParaRPr sz="1600" b="1">
              <a:latin typeface="Comic Sans MS"/>
              <a:ea typeface="Comic Sans MS"/>
              <a:cs typeface="Comic Sans MS"/>
              <a:sym typeface="Comic Sans MS"/>
            </a:endParaRPr>
          </a:p>
          <a:p>
            <a:pPr marL="0" lvl="0" indent="0" algn="l" rtl="0">
              <a:lnSpc>
                <a:spcPct val="115000"/>
              </a:lnSpc>
              <a:spcBef>
                <a:spcPts val="1200"/>
              </a:spcBef>
              <a:spcAft>
                <a:spcPts val="0"/>
              </a:spcAft>
              <a:buNone/>
            </a:pPr>
            <a:r>
              <a:rPr lang="en" sz="1600" b="1">
                <a:latin typeface="Comic Sans MS"/>
                <a:ea typeface="Comic Sans MS"/>
                <a:cs typeface="Comic Sans MS"/>
                <a:sym typeface="Comic Sans MS"/>
              </a:rPr>
              <a:t>Observation:</a:t>
            </a:r>
            <a:endParaRPr sz="1600" b="1">
              <a:latin typeface="Comic Sans MS"/>
              <a:ea typeface="Comic Sans MS"/>
              <a:cs typeface="Comic Sans MS"/>
              <a:sym typeface="Comic Sans MS"/>
            </a:endParaRPr>
          </a:p>
          <a:p>
            <a:pPr marL="457200" lvl="0" indent="-330200" algn="l" rtl="0">
              <a:lnSpc>
                <a:spcPct val="115000"/>
              </a:lnSpc>
              <a:spcBef>
                <a:spcPts val="1200"/>
              </a:spcBef>
              <a:spcAft>
                <a:spcPts val="0"/>
              </a:spcAft>
              <a:buSzPts val="1600"/>
              <a:buFont typeface="Comic Sans MS"/>
              <a:buChar char="●"/>
            </a:pPr>
            <a:r>
              <a:rPr lang="en" sz="1600">
                <a:latin typeface="Comic Sans MS"/>
                <a:ea typeface="Comic Sans MS"/>
                <a:cs typeface="Comic Sans MS"/>
                <a:sym typeface="Comic Sans MS"/>
              </a:rPr>
              <a:t>High prediction accuracy was achieved</a:t>
            </a:r>
            <a:br>
              <a:rPr lang="en" sz="1600">
                <a:latin typeface="Comic Sans MS"/>
                <a:ea typeface="Comic Sans MS"/>
                <a:cs typeface="Comic Sans MS"/>
                <a:sym typeface="Comic Sans MS"/>
              </a:rPr>
            </a:br>
            <a:endParaRPr sz="1600">
              <a:latin typeface="Comic Sans MS"/>
              <a:ea typeface="Comic Sans MS"/>
              <a:cs typeface="Comic Sans MS"/>
              <a:sym typeface="Comic Sans MS"/>
            </a:endParaRPr>
          </a:p>
          <a:p>
            <a:pPr marL="457200" lvl="0" indent="-330200" algn="l" rtl="0">
              <a:lnSpc>
                <a:spcPct val="115000"/>
              </a:lnSpc>
              <a:spcBef>
                <a:spcPts val="0"/>
              </a:spcBef>
              <a:spcAft>
                <a:spcPts val="0"/>
              </a:spcAft>
              <a:buSzPts val="1600"/>
              <a:buFont typeface="Comic Sans MS"/>
              <a:buChar char="●"/>
            </a:pPr>
            <a:r>
              <a:rPr lang="en" sz="1600">
                <a:latin typeface="Comic Sans MS"/>
                <a:ea typeface="Comic Sans MS"/>
                <a:cs typeface="Comic Sans MS"/>
                <a:sym typeface="Comic Sans MS"/>
              </a:rPr>
              <a:t>However, performance was slightly lower than linear regression models</a:t>
            </a:r>
            <a:endParaRPr sz="1600">
              <a:latin typeface="Comic Sans MS"/>
              <a:ea typeface="Comic Sans MS"/>
              <a:cs typeface="Comic Sans MS"/>
              <a:sym typeface="Comic Sans MS"/>
            </a:endParaRPr>
          </a:p>
          <a:p>
            <a:pPr marL="0" lvl="0" indent="0" algn="l" rtl="0">
              <a:lnSpc>
                <a:spcPct val="115000"/>
              </a:lnSpc>
              <a:spcBef>
                <a:spcPts val="1200"/>
              </a:spcBef>
              <a:spcAft>
                <a:spcPts val="1200"/>
              </a:spcAft>
              <a:buNone/>
            </a:pPr>
            <a:r>
              <a:rPr lang="en" sz="1600" b="1">
                <a:latin typeface="Comic Sans MS"/>
                <a:ea typeface="Comic Sans MS"/>
                <a:cs typeface="Comic Sans MS"/>
                <a:sym typeface="Comic Sans MS"/>
              </a:rPr>
              <a:t>Conclusion:</a:t>
            </a:r>
            <a:br>
              <a:rPr lang="en" sz="1600" b="1">
                <a:latin typeface="Comic Sans MS"/>
                <a:ea typeface="Comic Sans MS"/>
                <a:cs typeface="Comic Sans MS"/>
                <a:sym typeface="Comic Sans MS"/>
              </a:rPr>
            </a:br>
            <a:r>
              <a:rPr lang="en" sz="1600">
                <a:latin typeface="Comic Sans MS"/>
                <a:ea typeface="Comic Sans MS"/>
                <a:cs typeface="Comic Sans MS"/>
                <a:sym typeface="Comic Sans MS"/>
              </a:rPr>
              <a:t> Although Random Forest performed well, linear regression was preferred due to higher accuracy and better interpretability.</a:t>
            </a:r>
            <a:endParaRPr sz="1600">
              <a:latin typeface="Comic Sans MS"/>
              <a:ea typeface="Comic Sans MS"/>
              <a:cs typeface="Comic Sans MS"/>
              <a:sym typeface="Comic Sans MS"/>
            </a:endParaRPr>
          </a:p>
        </p:txBody>
      </p:sp>
      <p:sp>
        <p:nvSpPr>
          <p:cNvPr id="957" name="Google Shape;957;p101"/>
          <p:cNvSpPr/>
          <p:nvPr/>
        </p:nvSpPr>
        <p:spPr>
          <a:xfrm rot="-275">
            <a:off x="37353" y="46987"/>
            <a:ext cx="7504500" cy="6852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dk1"/>
                </a:solidFill>
                <a:latin typeface="Archivo ExtraBold"/>
                <a:ea typeface="Archivo ExtraBold"/>
                <a:cs typeface="Archivo ExtraBold"/>
                <a:sym typeface="Archivo ExtraBold"/>
              </a:rPr>
              <a:t>Additional Model-Random Forest Regression</a:t>
            </a:r>
            <a:endParaRPr sz="2500">
              <a:solidFill>
                <a:schemeClr val="dk1"/>
              </a:solidFill>
              <a:latin typeface="Archivo ExtraBold"/>
              <a:ea typeface="Archivo ExtraBold"/>
              <a:cs typeface="Archivo ExtraBold"/>
              <a:sym typeface="Archivo ExtraBold"/>
            </a:endParaRPr>
          </a:p>
        </p:txBody>
      </p:sp>
      <p:pic>
        <p:nvPicPr>
          <p:cNvPr id="958" name="Google Shape;958;p101"/>
          <p:cNvPicPr preferRelativeResize="0"/>
          <p:nvPr/>
        </p:nvPicPr>
        <p:blipFill rotWithShape="1">
          <a:blip r:embed="rId3">
            <a:alphaModFix/>
          </a:blip>
          <a:srcRect l="10662" t="14918" r="11908" b="9848"/>
          <a:stretch/>
        </p:blipFill>
        <p:spPr>
          <a:xfrm>
            <a:off x="5318550" y="1722440"/>
            <a:ext cx="3380724" cy="164245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p102"/>
          <p:cNvSpPr txBox="1"/>
          <p:nvPr/>
        </p:nvSpPr>
        <p:spPr>
          <a:xfrm>
            <a:off x="205325" y="657979"/>
            <a:ext cx="8398200" cy="487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b="1">
                <a:latin typeface="Comic Sans MS"/>
                <a:ea typeface="Comic Sans MS"/>
                <a:cs typeface="Comic Sans MS"/>
                <a:sym typeface="Comic Sans MS"/>
              </a:rPr>
              <a:t>Overview:</a:t>
            </a:r>
            <a:br>
              <a:rPr lang="en" b="1">
                <a:latin typeface="Comic Sans MS"/>
                <a:ea typeface="Comic Sans MS"/>
                <a:cs typeface="Comic Sans MS"/>
                <a:sym typeface="Comic Sans MS"/>
              </a:rPr>
            </a:br>
            <a:r>
              <a:rPr lang="en">
                <a:latin typeface="Comic Sans MS"/>
                <a:ea typeface="Comic Sans MS"/>
                <a:cs typeface="Comic Sans MS"/>
                <a:sym typeface="Comic Sans MS"/>
              </a:rPr>
              <a:t> XGBoost (Extreme Gradient Boosting) is an advanced ensemble algorithm that builds boosted decision trees sequentially to improve prediction performance.</a:t>
            </a:r>
            <a:endParaRPr>
              <a:latin typeface="Comic Sans MS"/>
              <a:ea typeface="Comic Sans MS"/>
              <a:cs typeface="Comic Sans MS"/>
              <a:sym typeface="Comic Sans MS"/>
            </a:endParaRPr>
          </a:p>
          <a:p>
            <a:pPr marL="0" lvl="0" indent="0" algn="l" rtl="0">
              <a:lnSpc>
                <a:spcPct val="115000"/>
              </a:lnSpc>
              <a:spcBef>
                <a:spcPts val="1200"/>
              </a:spcBef>
              <a:spcAft>
                <a:spcPts val="0"/>
              </a:spcAft>
              <a:buNone/>
            </a:pPr>
            <a:r>
              <a:rPr lang="en" b="1">
                <a:latin typeface="Comic Sans MS"/>
                <a:ea typeface="Comic Sans MS"/>
                <a:cs typeface="Comic Sans MS"/>
                <a:sym typeface="Comic Sans MS"/>
              </a:rPr>
              <a:t>Result:</a:t>
            </a:r>
            <a:endParaRPr b="1">
              <a:latin typeface="Comic Sans MS"/>
              <a:ea typeface="Comic Sans MS"/>
              <a:cs typeface="Comic Sans MS"/>
              <a:sym typeface="Comic Sans MS"/>
            </a:endParaRPr>
          </a:p>
          <a:p>
            <a:pPr marL="457200" lvl="0" indent="-317500" algn="l" rtl="0">
              <a:lnSpc>
                <a:spcPct val="115000"/>
              </a:lnSpc>
              <a:spcBef>
                <a:spcPts val="1200"/>
              </a:spcBef>
              <a:spcAft>
                <a:spcPts val="0"/>
              </a:spcAft>
              <a:buSzPts val="1400"/>
              <a:buChar char="●"/>
            </a:pPr>
            <a:r>
              <a:rPr lang="en">
                <a:latin typeface="Comic Sans MS"/>
                <a:ea typeface="Comic Sans MS"/>
                <a:cs typeface="Comic Sans MS"/>
                <a:sym typeface="Comic Sans MS"/>
              </a:rPr>
              <a:t>R² Score: </a:t>
            </a:r>
            <a:r>
              <a:rPr lang="en" b="1">
                <a:latin typeface="Comic Sans MS"/>
                <a:ea typeface="Comic Sans MS"/>
                <a:cs typeface="Comic Sans MS"/>
                <a:sym typeface="Comic Sans MS"/>
              </a:rPr>
              <a:t>0.987</a:t>
            </a:r>
            <a:br>
              <a:rPr lang="en" b="1">
                <a:latin typeface="Comic Sans MS"/>
                <a:ea typeface="Comic Sans MS"/>
                <a:cs typeface="Comic Sans MS"/>
                <a:sym typeface="Comic Sans MS"/>
              </a:rPr>
            </a:br>
            <a:endParaRPr b="1">
              <a:latin typeface="Comic Sans MS"/>
              <a:ea typeface="Comic Sans MS"/>
              <a:cs typeface="Comic Sans MS"/>
              <a:sym typeface="Comic Sans MS"/>
            </a:endParaRPr>
          </a:p>
          <a:p>
            <a:pPr marL="0" lvl="0" indent="0" algn="l" rtl="0">
              <a:lnSpc>
                <a:spcPct val="115000"/>
              </a:lnSpc>
              <a:spcBef>
                <a:spcPts val="1200"/>
              </a:spcBef>
              <a:spcAft>
                <a:spcPts val="0"/>
              </a:spcAft>
              <a:buNone/>
            </a:pPr>
            <a:r>
              <a:rPr lang="en" b="1">
                <a:latin typeface="Comic Sans MS"/>
                <a:ea typeface="Comic Sans MS"/>
                <a:cs typeface="Comic Sans MS"/>
                <a:sym typeface="Comic Sans MS"/>
              </a:rPr>
              <a:t>Observation:</a:t>
            </a:r>
            <a:endParaRPr b="1">
              <a:latin typeface="Comic Sans MS"/>
              <a:ea typeface="Comic Sans MS"/>
              <a:cs typeface="Comic Sans MS"/>
              <a:sym typeface="Comic Sans MS"/>
            </a:endParaRPr>
          </a:p>
          <a:p>
            <a:pPr marL="457200" lvl="0" indent="-317500" algn="l" rtl="0">
              <a:lnSpc>
                <a:spcPct val="115000"/>
              </a:lnSpc>
              <a:spcBef>
                <a:spcPts val="1200"/>
              </a:spcBef>
              <a:spcAft>
                <a:spcPts val="0"/>
              </a:spcAft>
              <a:buSzPts val="1400"/>
              <a:buFont typeface="Comic Sans MS"/>
              <a:buChar char="●"/>
            </a:pPr>
            <a:r>
              <a:rPr lang="en">
                <a:latin typeface="Comic Sans MS"/>
                <a:ea typeface="Comic Sans MS"/>
                <a:cs typeface="Comic Sans MS"/>
                <a:sym typeface="Comic Sans MS"/>
              </a:rPr>
              <a:t>XGBoost achieved high predictive accuracy</a:t>
            </a:r>
            <a:br>
              <a:rPr lang="en">
                <a:latin typeface="Comic Sans MS"/>
                <a:ea typeface="Comic Sans MS"/>
                <a:cs typeface="Comic Sans MS"/>
                <a:sym typeface="Comic Sans MS"/>
              </a:rPr>
            </a:br>
            <a:endParaRPr>
              <a:latin typeface="Comic Sans MS"/>
              <a:ea typeface="Comic Sans MS"/>
              <a:cs typeface="Comic Sans MS"/>
              <a:sym typeface="Comic Sans MS"/>
            </a:endParaRPr>
          </a:p>
          <a:p>
            <a:pPr marL="457200" lvl="0" indent="-317500" algn="l" rtl="0">
              <a:lnSpc>
                <a:spcPct val="115000"/>
              </a:lnSpc>
              <a:spcBef>
                <a:spcPts val="0"/>
              </a:spcBef>
              <a:spcAft>
                <a:spcPts val="0"/>
              </a:spcAft>
              <a:buSzPts val="1400"/>
              <a:buFont typeface="Comic Sans MS"/>
              <a:buChar char="●"/>
            </a:pPr>
            <a:r>
              <a:rPr lang="en">
                <a:latin typeface="Comic Sans MS"/>
                <a:ea typeface="Comic Sans MS"/>
                <a:cs typeface="Comic Sans MS"/>
                <a:sym typeface="Comic Sans MS"/>
              </a:rPr>
              <a:t>Performance was comparable but not superior to linear regression models</a:t>
            </a:r>
            <a:br>
              <a:rPr lang="en">
                <a:latin typeface="Comic Sans MS"/>
                <a:ea typeface="Comic Sans MS"/>
                <a:cs typeface="Comic Sans MS"/>
                <a:sym typeface="Comic Sans MS"/>
              </a:rPr>
            </a:br>
            <a:endParaRPr>
              <a:latin typeface="Comic Sans MS"/>
              <a:ea typeface="Comic Sans MS"/>
              <a:cs typeface="Comic Sans MS"/>
              <a:sym typeface="Comic Sans MS"/>
            </a:endParaRPr>
          </a:p>
          <a:p>
            <a:pPr marL="0" lvl="0" indent="0" algn="l" rtl="0">
              <a:lnSpc>
                <a:spcPct val="115000"/>
              </a:lnSpc>
              <a:spcBef>
                <a:spcPts val="1200"/>
              </a:spcBef>
              <a:spcAft>
                <a:spcPts val="0"/>
              </a:spcAft>
              <a:buNone/>
            </a:pPr>
            <a:r>
              <a:rPr lang="en" b="1">
                <a:latin typeface="Comic Sans MS"/>
                <a:ea typeface="Comic Sans MS"/>
                <a:cs typeface="Comic Sans MS"/>
                <a:sym typeface="Comic Sans MS"/>
              </a:rPr>
              <a:t>Conclusion:</a:t>
            </a:r>
            <a:br>
              <a:rPr lang="en" b="1">
                <a:latin typeface="Comic Sans MS"/>
                <a:ea typeface="Comic Sans MS"/>
                <a:cs typeface="Comic Sans MS"/>
                <a:sym typeface="Comic Sans MS"/>
              </a:rPr>
            </a:br>
            <a:r>
              <a:rPr lang="en">
                <a:latin typeface="Comic Sans MS"/>
                <a:ea typeface="Comic Sans MS"/>
                <a:cs typeface="Comic Sans MS"/>
                <a:sym typeface="Comic Sans MS"/>
              </a:rPr>
              <a:t> XGBoost achieved strong performance but did not outperform linear regression, which was selected for simplicity and transparency.</a:t>
            </a:r>
            <a:endParaRPr>
              <a:latin typeface="Comic Sans MS"/>
              <a:ea typeface="Comic Sans MS"/>
              <a:cs typeface="Comic Sans MS"/>
              <a:sym typeface="Comic Sans MS"/>
            </a:endParaRPr>
          </a:p>
          <a:p>
            <a:pPr marL="0" lvl="0" indent="0" algn="l" rtl="0">
              <a:lnSpc>
                <a:spcPct val="115000"/>
              </a:lnSpc>
              <a:spcBef>
                <a:spcPts val="1200"/>
              </a:spcBef>
              <a:spcAft>
                <a:spcPts val="1200"/>
              </a:spcAft>
              <a:buNone/>
            </a:pPr>
            <a:endParaRPr sz="1900" b="1">
              <a:latin typeface="Comic Sans MS"/>
              <a:ea typeface="Comic Sans MS"/>
              <a:cs typeface="Comic Sans MS"/>
              <a:sym typeface="Comic Sans MS"/>
            </a:endParaRPr>
          </a:p>
        </p:txBody>
      </p:sp>
      <p:sp>
        <p:nvSpPr>
          <p:cNvPr id="964" name="Google Shape;964;p102"/>
          <p:cNvSpPr/>
          <p:nvPr/>
        </p:nvSpPr>
        <p:spPr>
          <a:xfrm rot="-275">
            <a:off x="37353" y="46987"/>
            <a:ext cx="7504500" cy="6852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dk1"/>
                </a:solidFill>
                <a:latin typeface="Archivo ExtraBold"/>
                <a:ea typeface="Archivo ExtraBold"/>
                <a:cs typeface="Archivo ExtraBold"/>
                <a:sym typeface="Archivo ExtraBold"/>
              </a:rPr>
              <a:t>Additional Model-XGBoost Regressor</a:t>
            </a:r>
            <a:endParaRPr sz="2500">
              <a:solidFill>
                <a:schemeClr val="dk1"/>
              </a:solidFill>
              <a:latin typeface="Archivo ExtraBold"/>
              <a:ea typeface="Archivo ExtraBold"/>
              <a:cs typeface="Archivo ExtraBold"/>
              <a:sym typeface="Archivo ExtraBold"/>
            </a:endParaRPr>
          </a:p>
        </p:txBody>
      </p:sp>
      <p:pic>
        <p:nvPicPr>
          <p:cNvPr id="965" name="Google Shape;965;p102"/>
          <p:cNvPicPr preferRelativeResize="0"/>
          <p:nvPr/>
        </p:nvPicPr>
        <p:blipFill>
          <a:blip r:embed="rId3">
            <a:alphaModFix/>
          </a:blip>
          <a:stretch>
            <a:fillRect/>
          </a:stretch>
        </p:blipFill>
        <p:spPr>
          <a:xfrm>
            <a:off x="4799885" y="1498214"/>
            <a:ext cx="3663351" cy="20606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graphicFrame>
        <p:nvGraphicFramePr>
          <p:cNvPr id="970" name="Google Shape;970;p103"/>
          <p:cNvGraphicFramePr/>
          <p:nvPr/>
        </p:nvGraphicFramePr>
        <p:xfrm>
          <a:off x="1686825" y="1492300"/>
          <a:ext cx="5465325" cy="2806550"/>
        </p:xfrm>
        <a:graphic>
          <a:graphicData uri="http://schemas.openxmlformats.org/drawingml/2006/table">
            <a:tbl>
              <a:tblPr>
                <a:noFill/>
                <a:tableStyleId>{41C930E2-E3AF-427F-9885-B553AF4DDD64}</a:tableStyleId>
              </a:tblPr>
              <a:tblGrid>
                <a:gridCol w="3633375"/>
                <a:gridCol w="1831950"/>
              </a:tblGrid>
              <a:tr h="551550">
                <a:tc>
                  <a:txBody>
                    <a:bodyPr/>
                    <a:lstStyle/>
                    <a:p>
                      <a:pPr marL="0" lvl="0" indent="0" algn="ctr" rtl="0">
                        <a:lnSpc>
                          <a:spcPct val="115000"/>
                        </a:lnSpc>
                        <a:spcBef>
                          <a:spcPts val="0"/>
                        </a:spcBef>
                        <a:spcAft>
                          <a:spcPts val="0"/>
                        </a:spcAft>
                        <a:buNone/>
                      </a:pPr>
                      <a:r>
                        <a:rPr lang="en" b="1">
                          <a:latin typeface="Comic Sans MS"/>
                          <a:ea typeface="Comic Sans MS"/>
                          <a:cs typeface="Comic Sans MS"/>
                          <a:sym typeface="Comic Sans MS"/>
                        </a:rPr>
                        <a:t>Model</a:t>
                      </a:r>
                      <a:endParaRPr b="1">
                        <a:latin typeface="Comic Sans MS"/>
                        <a:ea typeface="Comic Sans MS"/>
                        <a:cs typeface="Comic Sans MS"/>
                        <a:sym typeface="Comic Sans MS"/>
                      </a:endParaRPr>
                    </a:p>
                  </a:txBody>
                  <a:tcPr marL="91425" marR="91425" marT="91425" marB="91425">
                    <a:lnL w="38100" cap="flat" cmpd="sng">
                      <a:solidFill>
                        <a:schemeClr val="dk1"/>
                      </a:solidFill>
                      <a:prstDash val="dash"/>
                      <a:round/>
                      <a:headEnd type="none" w="sm" len="sm"/>
                      <a:tailEnd type="none" w="sm" len="sm"/>
                    </a:lnL>
                    <a:lnR w="38100" cap="flat" cmpd="sng">
                      <a:solidFill>
                        <a:schemeClr val="dk1"/>
                      </a:solidFill>
                      <a:prstDash val="dash"/>
                      <a:round/>
                      <a:headEnd type="none" w="sm" len="sm"/>
                      <a:tailEnd type="none" w="sm" len="sm"/>
                    </a:lnR>
                    <a:lnT w="38100" cap="flat" cmpd="sng">
                      <a:solidFill>
                        <a:schemeClr val="dk1"/>
                      </a:solidFill>
                      <a:prstDash val="dash"/>
                      <a:round/>
                      <a:headEnd type="none" w="sm" len="sm"/>
                      <a:tailEnd type="none" w="sm" len="sm"/>
                    </a:lnT>
                    <a:lnB w="38100" cap="flat" cmpd="sng">
                      <a:solidFill>
                        <a:schemeClr val="dk1"/>
                      </a:solidFill>
                      <a:prstDash val="dash"/>
                      <a:round/>
                      <a:headEnd type="none" w="sm" len="sm"/>
                      <a:tailEnd type="none" w="sm" len="sm"/>
                    </a:lnB>
                    <a:solidFill>
                      <a:schemeClr val="lt1"/>
                    </a:solidFill>
                  </a:tcPr>
                </a:tc>
                <a:tc>
                  <a:txBody>
                    <a:bodyPr/>
                    <a:lstStyle/>
                    <a:p>
                      <a:pPr marL="0" lvl="0" indent="0" algn="ctr" rtl="0">
                        <a:lnSpc>
                          <a:spcPct val="115000"/>
                        </a:lnSpc>
                        <a:spcBef>
                          <a:spcPts val="0"/>
                        </a:spcBef>
                        <a:spcAft>
                          <a:spcPts val="0"/>
                        </a:spcAft>
                        <a:buNone/>
                      </a:pPr>
                      <a:r>
                        <a:rPr lang="en" b="1">
                          <a:latin typeface="Comic Sans MS"/>
                          <a:ea typeface="Comic Sans MS"/>
                          <a:cs typeface="Comic Sans MS"/>
                          <a:sym typeface="Comic Sans MS"/>
                        </a:rPr>
                        <a:t>R² Score</a:t>
                      </a:r>
                      <a:endParaRPr b="1">
                        <a:latin typeface="Comic Sans MS"/>
                        <a:ea typeface="Comic Sans MS"/>
                        <a:cs typeface="Comic Sans MS"/>
                        <a:sym typeface="Comic Sans MS"/>
                      </a:endParaRPr>
                    </a:p>
                  </a:txBody>
                  <a:tcPr marL="91425" marR="91425" marT="91425" marB="91425">
                    <a:lnL w="38100" cap="flat" cmpd="sng">
                      <a:solidFill>
                        <a:schemeClr val="dk1"/>
                      </a:solidFill>
                      <a:prstDash val="dash"/>
                      <a:round/>
                      <a:headEnd type="none" w="sm" len="sm"/>
                      <a:tailEnd type="none" w="sm" len="sm"/>
                    </a:lnL>
                    <a:lnR w="38100" cap="flat" cmpd="sng">
                      <a:solidFill>
                        <a:schemeClr val="dk1"/>
                      </a:solidFill>
                      <a:prstDash val="dash"/>
                      <a:round/>
                      <a:headEnd type="none" w="sm" len="sm"/>
                      <a:tailEnd type="none" w="sm" len="sm"/>
                    </a:lnR>
                    <a:lnT w="38100" cap="flat" cmpd="sng">
                      <a:solidFill>
                        <a:schemeClr val="dk1"/>
                      </a:solidFill>
                      <a:prstDash val="dash"/>
                      <a:round/>
                      <a:headEnd type="none" w="sm" len="sm"/>
                      <a:tailEnd type="none" w="sm" len="sm"/>
                    </a:lnT>
                    <a:lnB w="38100" cap="flat" cmpd="sng">
                      <a:solidFill>
                        <a:schemeClr val="dk1"/>
                      </a:solidFill>
                      <a:prstDash val="dash"/>
                      <a:round/>
                      <a:headEnd type="none" w="sm" len="sm"/>
                      <a:tailEnd type="none" w="sm" len="sm"/>
                    </a:lnB>
                    <a:solidFill>
                      <a:schemeClr val="lt1"/>
                    </a:solidFill>
                  </a:tcPr>
                </a:tc>
              </a:tr>
              <a:tr h="563750">
                <a:tc>
                  <a:txBody>
                    <a:bodyPr/>
                    <a:lstStyle/>
                    <a:p>
                      <a:pPr marL="0" lvl="0" indent="0" algn="l" rtl="0">
                        <a:spcBef>
                          <a:spcPts val="0"/>
                        </a:spcBef>
                        <a:spcAft>
                          <a:spcPts val="0"/>
                        </a:spcAft>
                        <a:buNone/>
                      </a:pPr>
                      <a:r>
                        <a:rPr lang="en" sz="1700">
                          <a:latin typeface="Comic Sans MS"/>
                          <a:ea typeface="Comic Sans MS"/>
                          <a:cs typeface="Comic Sans MS"/>
                          <a:sym typeface="Comic Sans MS"/>
                        </a:rPr>
                        <a:t>Linear Regression</a:t>
                      </a:r>
                      <a:endParaRPr sz="1700">
                        <a:latin typeface="Comic Sans MS"/>
                        <a:ea typeface="Comic Sans MS"/>
                        <a:cs typeface="Comic Sans MS"/>
                        <a:sym typeface="Comic Sans MS"/>
                      </a:endParaRPr>
                    </a:p>
                  </a:txBody>
                  <a:tcPr marL="91425" marR="91425" marT="91425" marB="91425">
                    <a:lnL w="38100" cap="flat" cmpd="sng">
                      <a:solidFill>
                        <a:schemeClr val="dk1"/>
                      </a:solidFill>
                      <a:prstDash val="dash"/>
                      <a:round/>
                      <a:headEnd type="none" w="sm" len="sm"/>
                      <a:tailEnd type="none" w="sm" len="sm"/>
                    </a:lnL>
                    <a:lnR w="38100" cap="flat" cmpd="sng">
                      <a:solidFill>
                        <a:schemeClr val="dk1"/>
                      </a:solidFill>
                      <a:prstDash val="dash"/>
                      <a:round/>
                      <a:headEnd type="none" w="sm" len="sm"/>
                      <a:tailEnd type="none" w="sm" len="sm"/>
                    </a:lnR>
                    <a:lnT w="38100" cap="flat" cmpd="sng">
                      <a:solidFill>
                        <a:schemeClr val="dk1"/>
                      </a:solidFill>
                      <a:prstDash val="dash"/>
                      <a:round/>
                      <a:headEnd type="none" w="sm" len="sm"/>
                      <a:tailEnd type="none" w="sm" len="sm"/>
                    </a:lnT>
                    <a:lnB w="38100" cap="flat" cmpd="sng">
                      <a:solidFill>
                        <a:schemeClr val="dk1"/>
                      </a:solidFill>
                      <a:prstDash val="dash"/>
                      <a:round/>
                      <a:headEnd type="none" w="sm" len="sm"/>
                      <a:tailEnd type="none" w="sm" len="sm"/>
                    </a:lnB>
                    <a:solidFill>
                      <a:schemeClr val="lt1"/>
                    </a:solidFill>
                  </a:tcPr>
                </a:tc>
                <a:tc>
                  <a:txBody>
                    <a:bodyPr/>
                    <a:lstStyle/>
                    <a:p>
                      <a:pPr marL="0" lvl="0" indent="0" algn="l" rtl="0">
                        <a:spcBef>
                          <a:spcPts val="0"/>
                        </a:spcBef>
                        <a:spcAft>
                          <a:spcPts val="0"/>
                        </a:spcAft>
                        <a:buNone/>
                      </a:pPr>
                      <a:r>
                        <a:rPr lang="en" sz="1700">
                          <a:latin typeface="Comic Sans MS"/>
                          <a:ea typeface="Comic Sans MS"/>
                          <a:cs typeface="Comic Sans MS"/>
                          <a:sym typeface="Comic Sans MS"/>
                        </a:rPr>
                        <a:t>~1.00</a:t>
                      </a:r>
                      <a:endParaRPr sz="1700">
                        <a:latin typeface="Comic Sans MS"/>
                        <a:ea typeface="Comic Sans MS"/>
                        <a:cs typeface="Comic Sans MS"/>
                        <a:sym typeface="Comic Sans MS"/>
                      </a:endParaRPr>
                    </a:p>
                  </a:txBody>
                  <a:tcPr marL="91425" marR="91425" marT="91425" marB="91425">
                    <a:lnL w="38100" cap="flat" cmpd="sng">
                      <a:solidFill>
                        <a:schemeClr val="dk1"/>
                      </a:solidFill>
                      <a:prstDash val="dash"/>
                      <a:round/>
                      <a:headEnd type="none" w="sm" len="sm"/>
                      <a:tailEnd type="none" w="sm" len="sm"/>
                    </a:lnL>
                    <a:lnR w="38100" cap="flat" cmpd="sng">
                      <a:solidFill>
                        <a:schemeClr val="dk1"/>
                      </a:solidFill>
                      <a:prstDash val="dash"/>
                      <a:round/>
                      <a:headEnd type="none" w="sm" len="sm"/>
                      <a:tailEnd type="none" w="sm" len="sm"/>
                    </a:lnR>
                    <a:lnT w="38100" cap="flat" cmpd="sng">
                      <a:solidFill>
                        <a:schemeClr val="dk1"/>
                      </a:solidFill>
                      <a:prstDash val="dash"/>
                      <a:round/>
                      <a:headEnd type="none" w="sm" len="sm"/>
                      <a:tailEnd type="none" w="sm" len="sm"/>
                    </a:lnT>
                    <a:lnB w="38100" cap="flat" cmpd="sng">
                      <a:solidFill>
                        <a:schemeClr val="dk1"/>
                      </a:solidFill>
                      <a:prstDash val="dash"/>
                      <a:round/>
                      <a:headEnd type="none" w="sm" len="sm"/>
                      <a:tailEnd type="none" w="sm" len="sm"/>
                    </a:lnB>
                    <a:solidFill>
                      <a:schemeClr val="lt1"/>
                    </a:solidFill>
                  </a:tcPr>
                </a:tc>
              </a:tr>
              <a:tr h="563750">
                <a:tc>
                  <a:txBody>
                    <a:bodyPr/>
                    <a:lstStyle/>
                    <a:p>
                      <a:pPr marL="0" lvl="0" indent="0" algn="l" rtl="0">
                        <a:spcBef>
                          <a:spcPts val="0"/>
                        </a:spcBef>
                        <a:spcAft>
                          <a:spcPts val="0"/>
                        </a:spcAft>
                        <a:buNone/>
                      </a:pPr>
                      <a:r>
                        <a:rPr lang="en" sz="1700">
                          <a:latin typeface="Comic Sans MS"/>
                          <a:ea typeface="Comic Sans MS"/>
                          <a:cs typeface="Comic Sans MS"/>
                          <a:sym typeface="Comic Sans MS"/>
                        </a:rPr>
                        <a:t>Ridge / Lasso</a:t>
                      </a:r>
                      <a:endParaRPr sz="1700">
                        <a:latin typeface="Comic Sans MS"/>
                        <a:ea typeface="Comic Sans MS"/>
                        <a:cs typeface="Comic Sans MS"/>
                        <a:sym typeface="Comic Sans MS"/>
                      </a:endParaRPr>
                    </a:p>
                  </a:txBody>
                  <a:tcPr marL="91425" marR="91425" marT="91425" marB="91425">
                    <a:lnL w="38100" cap="flat" cmpd="sng">
                      <a:solidFill>
                        <a:schemeClr val="dk1"/>
                      </a:solidFill>
                      <a:prstDash val="dash"/>
                      <a:round/>
                      <a:headEnd type="none" w="sm" len="sm"/>
                      <a:tailEnd type="none" w="sm" len="sm"/>
                    </a:lnL>
                    <a:lnR w="38100" cap="flat" cmpd="sng">
                      <a:solidFill>
                        <a:schemeClr val="dk1"/>
                      </a:solidFill>
                      <a:prstDash val="dash"/>
                      <a:round/>
                      <a:headEnd type="none" w="sm" len="sm"/>
                      <a:tailEnd type="none" w="sm" len="sm"/>
                    </a:lnR>
                    <a:lnT w="38100" cap="flat" cmpd="sng">
                      <a:solidFill>
                        <a:schemeClr val="dk1"/>
                      </a:solidFill>
                      <a:prstDash val="dash"/>
                      <a:round/>
                      <a:headEnd type="none" w="sm" len="sm"/>
                      <a:tailEnd type="none" w="sm" len="sm"/>
                    </a:lnT>
                    <a:lnB w="38100" cap="flat" cmpd="sng">
                      <a:solidFill>
                        <a:schemeClr val="dk1"/>
                      </a:solidFill>
                      <a:prstDash val="dash"/>
                      <a:round/>
                      <a:headEnd type="none" w="sm" len="sm"/>
                      <a:tailEnd type="none" w="sm" len="sm"/>
                    </a:lnB>
                    <a:solidFill>
                      <a:schemeClr val="lt1"/>
                    </a:solidFill>
                  </a:tcPr>
                </a:tc>
                <a:tc>
                  <a:txBody>
                    <a:bodyPr/>
                    <a:lstStyle/>
                    <a:p>
                      <a:pPr marL="0" lvl="0" indent="0" algn="l" rtl="0">
                        <a:spcBef>
                          <a:spcPts val="0"/>
                        </a:spcBef>
                        <a:spcAft>
                          <a:spcPts val="0"/>
                        </a:spcAft>
                        <a:buNone/>
                      </a:pPr>
                      <a:r>
                        <a:rPr lang="en" sz="1700">
                          <a:latin typeface="Comic Sans MS"/>
                          <a:ea typeface="Comic Sans MS"/>
                          <a:cs typeface="Comic Sans MS"/>
                          <a:sym typeface="Comic Sans MS"/>
                        </a:rPr>
                        <a:t>~1.00</a:t>
                      </a:r>
                      <a:endParaRPr sz="1700">
                        <a:latin typeface="Comic Sans MS"/>
                        <a:ea typeface="Comic Sans MS"/>
                        <a:cs typeface="Comic Sans MS"/>
                        <a:sym typeface="Comic Sans MS"/>
                      </a:endParaRPr>
                    </a:p>
                  </a:txBody>
                  <a:tcPr marL="91425" marR="91425" marT="91425" marB="91425">
                    <a:lnL w="38100" cap="flat" cmpd="sng">
                      <a:solidFill>
                        <a:schemeClr val="dk1"/>
                      </a:solidFill>
                      <a:prstDash val="dash"/>
                      <a:round/>
                      <a:headEnd type="none" w="sm" len="sm"/>
                      <a:tailEnd type="none" w="sm" len="sm"/>
                    </a:lnL>
                    <a:lnR w="38100" cap="flat" cmpd="sng">
                      <a:solidFill>
                        <a:schemeClr val="dk1"/>
                      </a:solidFill>
                      <a:prstDash val="dash"/>
                      <a:round/>
                      <a:headEnd type="none" w="sm" len="sm"/>
                      <a:tailEnd type="none" w="sm" len="sm"/>
                    </a:lnR>
                    <a:lnT w="38100" cap="flat" cmpd="sng">
                      <a:solidFill>
                        <a:schemeClr val="dk1"/>
                      </a:solidFill>
                      <a:prstDash val="dash"/>
                      <a:round/>
                      <a:headEnd type="none" w="sm" len="sm"/>
                      <a:tailEnd type="none" w="sm" len="sm"/>
                    </a:lnT>
                    <a:lnB w="38100" cap="flat" cmpd="sng">
                      <a:solidFill>
                        <a:schemeClr val="dk1"/>
                      </a:solidFill>
                      <a:prstDash val="dash"/>
                      <a:round/>
                      <a:headEnd type="none" w="sm" len="sm"/>
                      <a:tailEnd type="none" w="sm" len="sm"/>
                    </a:lnB>
                    <a:solidFill>
                      <a:schemeClr val="lt1"/>
                    </a:solidFill>
                  </a:tcPr>
                </a:tc>
              </a:tr>
              <a:tr h="563750">
                <a:tc>
                  <a:txBody>
                    <a:bodyPr/>
                    <a:lstStyle/>
                    <a:p>
                      <a:pPr marL="0" lvl="0" indent="0" algn="l" rtl="0">
                        <a:spcBef>
                          <a:spcPts val="0"/>
                        </a:spcBef>
                        <a:spcAft>
                          <a:spcPts val="0"/>
                        </a:spcAft>
                        <a:buNone/>
                      </a:pPr>
                      <a:r>
                        <a:rPr lang="en" sz="1700">
                          <a:latin typeface="Comic Sans MS"/>
                          <a:ea typeface="Comic Sans MS"/>
                          <a:cs typeface="Comic Sans MS"/>
                          <a:sym typeface="Comic Sans MS"/>
                        </a:rPr>
                        <a:t>Random Forest</a:t>
                      </a:r>
                      <a:endParaRPr sz="1700">
                        <a:latin typeface="Comic Sans MS"/>
                        <a:ea typeface="Comic Sans MS"/>
                        <a:cs typeface="Comic Sans MS"/>
                        <a:sym typeface="Comic Sans MS"/>
                      </a:endParaRPr>
                    </a:p>
                  </a:txBody>
                  <a:tcPr marL="91425" marR="91425" marT="91425" marB="91425">
                    <a:lnL w="38100" cap="flat" cmpd="sng">
                      <a:solidFill>
                        <a:schemeClr val="dk1"/>
                      </a:solidFill>
                      <a:prstDash val="dash"/>
                      <a:round/>
                      <a:headEnd type="none" w="sm" len="sm"/>
                      <a:tailEnd type="none" w="sm" len="sm"/>
                    </a:lnL>
                    <a:lnR w="38100" cap="flat" cmpd="sng">
                      <a:solidFill>
                        <a:schemeClr val="dk1"/>
                      </a:solidFill>
                      <a:prstDash val="dash"/>
                      <a:round/>
                      <a:headEnd type="none" w="sm" len="sm"/>
                      <a:tailEnd type="none" w="sm" len="sm"/>
                    </a:lnR>
                    <a:lnT w="38100" cap="flat" cmpd="sng">
                      <a:solidFill>
                        <a:schemeClr val="dk1"/>
                      </a:solidFill>
                      <a:prstDash val="dash"/>
                      <a:round/>
                      <a:headEnd type="none" w="sm" len="sm"/>
                      <a:tailEnd type="none" w="sm" len="sm"/>
                    </a:lnT>
                    <a:lnB w="38100" cap="flat" cmpd="sng">
                      <a:solidFill>
                        <a:schemeClr val="dk1"/>
                      </a:solidFill>
                      <a:prstDash val="dash"/>
                      <a:round/>
                      <a:headEnd type="none" w="sm" len="sm"/>
                      <a:tailEnd type="none" w="sm" len="sm"/>
                    </a:lnB>
                    <a:solidFill>
                      <a:schemeClr val="lt1"/>
                    </a:solidFill>
                  </a:tcPr>
                </a:tc>
                <a:tc>
                  <a:txBody>
                    <a:bodyPr/>
                    <a:lstStyle/>
                    <a:p>
                      <a:pPr marL="0" lvl="0" indent="0" algn="l" rtl="0">
                        <a:spcBef>
                          <a:spcPts val="0"/>
                        </a:spcBef>
                        <a:spcAft>
                          <a:spcPts val="0"/>
                        </a:spcAft>
                        <a:buNone/>
                      </a:pPr>
                      <a:r>
                        <a:rPr lang="en" sz="1700">
                          <a:latin typeface="Comic Sans MS"/>
                          <a:ea typeface="Comic Sans MS"/>
                          <a:cs typeface="Comic Sans MS"/>
                          <a:sym typeface="Comic Sans MS"/>
                        </a:rPr>
                        <a:t>0.983</a:t>
                      </a:r>
                      <a:endParaRPr sz="1700">
                        <a:latin typeface="Comic Sans MS"/>
                        <a:ea typeface="Comic Sans MS"/>
                        <a:cs typeface="Comic Sans MS"/>
                        <a:sym typeface="Comic Sans MS"/>
                      </a:endParaRPr>
                    </a:p>
                  </a:txBody>
                  <a:tcPr marL="91425" marR="91425" marT="91425" marB="91425">
                    <a:lnL w="38100" cap="flat" cmpd="sng">
                      <a:solidFill>
                        <a:schemeClr val="dk1"/>
                      </a:solidFill>
                      <a:prstDash val="dash"/>
                      <a:round/>
                      <a:headEnd type="none" w="sm" len="sm"/>
                      <a:tailEnd type="none" w="sm" len="sm"/>
                    </a:lnL>
                    <a:lnR w="38100" cap="flat" cmpd="sng">
                      <a:solidFill>
                        <a:schemeClr val="dk1"/>
                      </a:solidFill>
                      <a:prstDash val="dash"/>
                      <a:round/>
                      <a:headEnd type="none" w="sm" len="sm"/>
                      <a:tailEnd type="none" w="sm" len="sm"/>
                    </a:lnR>
                    <a:lnT w="38100" cap="flat" cmpd="sng">
                      <a:solidFill>
                        <a:schemeClr val="dk1"/>
                      </a:solidFill>
                      <a:prstDash val="dash"/>
                      <a:round/>
                      <a:headEnd type="none" w="sm" len="sm"/>
                      <a:tailEnd type="none" w="sm" len="sm"/>
                    </a:lnT>
                    <a:lnB w="38100" cap="flat" cmpd="sng">
                      <a:solidFill>
                        <a:schemeClr val="dk1"/>
                      </a:solidFill>
                      <a:prstDash val="dash"/>
                      <a:round/>
                      <a:headEnd type="none" w="sm" len="sm"/>
                      <a:tailEnd type="none" w="sm" len="sm"/>
                    </a:lnB>
                    <a:solidFill>
                      <a:schemeClr val="lt1"/>
                    </a:solidFill>
                  </a:tcPr>
                </a:tc>
              </a:tr>
              <a:tr h="563750">
                <a:tc>
                  <a:txBody>
                    <a:bodyPr/>
                    <a:lstStyle/>
                    <a:p>
                      <a:pPr marL="0" lvl="0" indent="0" algn="l" rtl="0">
                        <a:spcBef>
                          <a:spcPts val="0"/>
                        </a:spcBef>
                        <a:spcAft>
                          <a:spcPts val="0"/>
                        </a:spcAft>
                        <a:buNone/>
                      </a:pPr>
                      <a:r>
                        <a:rPr lang="en" sz="1700">
                          <a:latin typeface="Comic Sans MS"/>
                          <a:ea typeface="Comic Sans MS"/>
                          <a:cs typeface="Comic Sans MS"/>
                          <a:sym typeface="Comic Sans MS"/>
                        </a:rPr>
                        <a:t>XGBoost</a:t>
                      </a:r>
                      <a:endParaRPr sz="1700">
                        <a:latin typeface="Comic Sans MS"/>
                        <a:ea typeface="Comic Sans MS"/>
                        <a:cs typeface="Comic Sans MS"/>
                        <a:sym typeface="Comic Sans MS"/>
                      </a:endParaRPr>
                    </a:p>
                  </a:txBody>
                  <a:tcPr marL="91425" marR="91425" marT="91425" marB="91425">
                    <a:lnL w="38100" cap="flat" cmpd="sng">
                      <a:solidFill>
                        <a:schemeClr val="dk1"/>
                      </a:solidFill>
                      <a:prstDash val="dash"/>
                      <a:round/>
                      <a:headEnd type="none" w="sm" len="sm"/>
                      <a:tailEnd type="none" w="sm" len="sm"/>
                    </a:lnL>
                    <a:lnR w="38100" cap="flat" cmpd="sng">
                      <a:solidFill>
                        <a:schemeClr val="dk1"/>
                      </a:solidFill>
                      <a:prstDash val="dash"/>
                      <a:round/>
                      <a:headEnd type="none" w="sm" len="sm"/>
                      <a:tailEnd type="none" w="sm" len="sm"/>
                    </a:lnR>
                    <a:lnT w="38100" cap="flat" cmpd="sng">
                      <a:solidFill>
                        <a:schemeClr val="dk1"/>
                      </a:solidFill>
                      <a:prstDash val="dash"/>
                      <a:round/>
                      <a:headEnd type="none" w="sm" len="sm"/>
                      <a:tailEnd type="none" w="sm" len="sm"/>
                    </a:lnT>
                    <a:lnB w="38100" cap="flat" cmpd="sng">
                      <a:solidFill>
                        <a:schemeClr val="dk1"/>
                      </a:solidFill>
                      <a:prstDash val="dash"/>
                      <a:round/>
                      <a:headEnd type="none" w="sm" len="sm"/>
                      <a:tailEnd type="none" w="sm" len="sm"/>
                    </a:lnB>
                    <a:solidFill>
                      <a:schemeClr val="lt1"/>
                    </a:solidFill>
                  </a:tcPr>
                </a:tc>
                <a:tc>
                  <a:txBody>
                    <a:bodyPr/>
                    <a:lstStyle/>
                    <a:p>
                      <a:pPr marL="0" lvl="0" indent="0" algn="l" rtl="0">
                        <a:spcBef>
                          <a:spcPts val="0"/>
                        </a:spcBef>
                        <a:spcAft>
                          <a:spcPts val="0"/>
                        </a:spcAft>
                        <a:buNone/>
                      </a:pPr>
                      <a:r>
                        <a:rPr lang="en" sz="1700">
                          <a:latin typeface="Comic Sans MS"/>
                          <a:ea typeface="Comic Sans MS"/>
                          <a:cs typeface="Comic Sans MS"/>
                          <a:sym typeface="Comic Sans MS"/>
                        </a:rPr>
                        <a:t>0.987</a:t>
                      </a:r>
                      <a:endParaRPr sz="1700">
                        <a:latin typeface="Comic Sans MS"/>
                        <a:ea typeface="Comic Sans MS"/>
                        <a:cs typeface="Comic Sans MS"/>
                        <a:sym typeface="Comic Sans MS"/>
                      </a:endParaRPr>
                    </a:p>
                  </a:txBody>
                  <a:tcPr marL="91425" marR="91425" marT="91425" marB="91425">
                    <a:lnL w="38100" cap="flat" cmpd="sng">
                      <a:solidFill>
                        <a:schemeClr val="dk1"/>
                      </a:solidFill>
                      <a:prstDash val="dash"/>
                      <a:round/>
                      <a:headEnd type="none" w="sm" len="sm"/>
                      <a:tailEnd type="none" w="sm" len="sm"/>
                    </a:lnL>
                    <a:lnR w="38100" cap="flat" cmpd="sng">
                      <a:solidFill>
                        <a:schemeClr val="dk1"/>
                      </a:solidFill>
                      <a:prstDash val="dash"/>
                      <a:round/>
                      <a:headEnd type="none" w="sm" len="sm"/>
                      <a:tailEnd type="none" w="sm" len="sm"/>
                    </a:lnR>
                    <a:lnT w="38100" cap="flat" cmpd="sng">
                      <a:solidFill>
                        <a:schemeClr val="dk1"/>
                      </a:solidFill>
                      <a:prstDash val="dash"/>
                      <a:round/>
                      <a:headEnd type="none" w="sm" len="sm"/>
                      <a:tailEnd type="none" w="sm" len="sm"/>
                    </a:lnT>
                    <a:lnB w="38100" cap="flat" cmpd="sng">
                      <a:solidFill>
                        <a:schemeClr val="dk1"/>
                      </a:solidFill>
                      <a:prstDash val="dash"/>
                      <a:round/>
                      <a:headEnd type="none" w="sm" len="sm"/>
                      <a:tailEnd type="none" w="sm" len="sm"/>
                    </a:lnB>
                    <a:solidFill>
                      <a:schemeClr val="lt1"/>
                    </a:solidFill>
                  </a:tcPr>
                </a:tc>
              </a:tr>
            </a:tbl>
          </a:graphicData>
        </a:graphic>
      </p:graphicFrame>
      <p:sp>
        <p:nvSpPr>
          <p:cNvPr id="971" name="Google Shape;971;p103"/>
          <p:cNvSpPr/>
          <p:nvPr/>
        </p:nvSpPr>
        <p:spPr>
          <a:xfrm rot="-382">
            <a:off x="1752675" y="435907"/>
            <a:ext cx="5399400" cy="6852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dk1"/>
                </a:solidFill>
                <a:latin typeface="Archivo ExtraBold"/>
                <a:ea typeface="Archivo ExtraBold"/>
                <a:cs typeface="Archivo ExtraBold"/>
                <a:sym typeface="Archivo ExtraBold"/>
              </a:rPr>
              <a:t>Model Comparison</a:t>
            </a:r>
            <a:endParaRPr sz="2500">
              <a:solidFill>
                <a:schemeClr val="dk1"/>
              </a:solidFill>
              <a:latin typeface="Archivo ExtraBold"/>
              <a:ea typeface="Archivo ExtraBold"/>
              <a:cs typeface="Archivo ExtraBold"/>
              <a:sym typeface="Archivo ExtraBo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75"/>
        <p:cNvGrpSpPr/>
        <p:nvPr/>
      </p:nvGrpSpPr>
      <p:grpSpPr>
        <a:xfrm>
          <a:off x="0" y="0"/>
          <a:ext cx="0" cy="0"/>
          <a:chOff x="0" y="0"/>
          <a:chExt cx="0" cy="0"/>
        </a:xfrm>
      </p:grpSpPr>
      <p:sp>
        <p:nvSpPr>
          <p:cNvPr id="976" name="Google Shape;976;p104"/>
          <p:cNvSpPr txBox="1">
            <a:spLocks noGrp="1"/>
          </p:cNvSpPr>
          <p:nvPr>
            <p:ph type="title"/>
          </p:nvPr>
        </p:nvSpPr>
        <p:spPr>
          <a:xfrm>
            <a:off x="1081200" y="2131925"/>
            <a:ext cx="6981600" cy="61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pic>
        <p:nvPicPr>
          <p:cNvPr id="977" name="Google Shape;977;p104"/>
          <p:cNvPicPr preferRelativeResize="0"/>
          <p:nvPr/>
        </p:nvPicPr>
        <p:blipFill>
          <a:blip r:embed="rId3">
            <a:alphaModFix/>
          </a:blip>
          <a:stretch>
            <a:fillRect/>
          </a:stretch>
        </p:blipFill>
        <p:spPr>
          <a:xfrm>
            <a:off x="1090563" y="91807"/>
            <a:ext cx="6371076" cy="49271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p105"/>
          <p:cNvSpPr/>
          <p:nvPr/>
        </p:nvSpPr>
        <p:spPr>
          <a:xfrm rot="-256752">
            <a:off x="2296078" y="699610"/>
            <a:ext cx="4004463" cy="1112209"/>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lt1"/>
                </a:solidFill>
                <a:latin typeface="Archivo ExtraBold"/>
                <a:ea typeface="Archivo ExtraBold"/>
                <a:cs typeface="Archivo ExtraBold"/>
                <a:sym typeface="Archivo ExtraBold"/>
              </a:rPr>
              <a:t>THANKS</a:t>
            </a:r>
            <a:endParaRPr sz="5600">
              <a:solidFill>
                <a:schemeClr val="lt1"/>
              </a:solidFill>
              <a:latin typeface="Archivo ExtraBold"/>
              <a:ea typeface="Archivo ExtraBold"/>
              <a:cs typeface="Archivo ExtraBold"/>
              <a:sym typeface="Archivo ExtraBold"/>
            </a:endParaRPr>
          </a:p>
        </p:txBody>
      </p:sp>
      <p:sp>
        <p:nvSpPr>
          <p:cNvPr id="983" name="Google Shape;983;p105"/>
          <p:cNvSpPr/>
          <p:nvPr/>
        </p:nvSpPr>
        <p:spPr>
          <a:xfrm>
            <a:off x="3384358" y="1941682"/>
            <a:ext cx="2157000" cy="11124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accent1"/>
                </a:solidFill>
                <a:latin typeface="Archivo ExtraBold"/>
                <a:ea typeface="Archivo ExtraBold"/>
                <a:cs typeface="Archivo ExtraBold"/>
                <a:sym typeface="Archivo ExtraBold"/>
              </a:rPr>
              <a:t>FOR</a:t>
            </a:r>
            <a:endParaRPr sz="5600">
              <a:solidFill>
                <a:schemeClr val="accent1"/>
              </a:solidFill>
              <a:latin typeface="Archivo ExtraBold"/>
              <a:ea typeface="Archivo ExtraBold"/>
              <a:cs typeface="Archivo ExtraBold"/>
              <a:sym typeface="Archivo ExtraBold"/>
            </a:endParaRPr>
          </a:p>
        </p:txBody>
      </p:sp>
      <p:sp>
        <p:nvSpPr>
          <p:cNvPr id="984" name="Google Shape;984;p105"/>
          <p:cNvSpPr/>
          <p:nvPr/>
        </p:nvSpPr>
        <p:spPr>
          <a:xfrm rot="222759">
            <a:off x="2112718" y="3165603"/>
            <a:ext cx="4813702" cy="1112033"/>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600">
                <a:solidFill>
                  <a:schemeClr val="dk1"/>
                </a:solidFill>
                <a:latin typeface="Archivo ExtraBold"/>
                <a:ea typeface="Archivo ExtraBold"/>
                <a:cs typeface="Archivo ExtraBold"/>
                <a:sym typeface="Archivo ExtraBold"/>
              </a:rPr>
              <a:t>WATCHING</a:t>
            </a:r>
            <a:endParaRPr sz="5600">
              <a:solidFill>
                <a:schemeClr val="dk1"/>
              </a:solidFill>
              <a:latin typeface="Archivo ExtraBold"/>
              <a:ea typeface="Archivo ExtraBold"/>
              <a:cs typeface="Archivo ExtraBold"/>
              <a:sym typeface="Archivo ExtraBo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ducational Games #3">
  <a:themeElements>
    <a:clrScheme name="Simple Light">
      <a:dk1>
        <a:srgbClr val="0B384F"/>
      </a:dk1>
      <a:lt1>
        <a:srgbClr val="B2D7D0"/>
      </a:lt1>
      <a:dk2>
        <a:srgbClr val="CBE770"/>
      </a:dk2>
      <a:lt2>
        <a:srgbClr val="6AB385"/>
      </a:lt2>
      <a:accent1>
        <a:srgbClr val="364623"/>
      </a:accent1>
      <a:accent2>
        <a:srgbClr val="EFF0F0"/>
      </a:accent2>
      <a:accent3>
        <a:srgbClr val="664343"/>
      </a:accent3>
      <a:accent4>
        <a:srgbClr val="A0C1DB"/>
      </a:accent4>
      <a:accent5>
        <a:srgbClr val="D89393"/>
      </a:accent5>
      <a:accent6>
        <a:srgbClr val="B45745"/>
      </a:accent6>
      <a:hlink>
        <a:srgbClr val="0B384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948</Words>
  <PresentationFormat>On-screen Show (16:9)</PresentationFormat>
  <Paragraphs>245</Paragraphs>
  <Slides>52</Slides>
  <Notes>52</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52</vt:i4>
      </vt:variant>
    </vt:vector>
  </HeadingPairs>
  <TitlesOfParts>
    <vt:vector size="64" baseType="lpstr">
      <vt:lpstr>Arial</vt:lpstr>
      <vt:lpstr>Impact</vt:lpstr>
      <vt:lpstr>Archivo</vt:lpstr>
      <vt:lpstr>Archivo ExtraBold</vt:lpstr>
      <vt:lpstr>Archivo SemiBold</vt:lpstr>
      <vt:lpstr>Comic Sans MS</vt:lpstr>
      <vt:lpstr>IBM Plex Serif</vt:lpstr>
      <vt:lpstr>Archivo Medium</vt:lpstr>
      <vt:lpstr>Roboto</vt:lpstr>
      <vt:lpstr>Lora</vt:lpstr>
      <vt:lpstr>Simple Light</vt:lpstr>
      <vt:lpstr>Educational Games #3</vt:lpstr>
      <vt:lpstr>Slide 1</vt:lpstr>
      <vt:lpstr>Slide 2</vt:lpstr>
      <vt:lpstr>Slide 3</vt:lpstr>
      <vt:lpstr>  Energy varies with temperature, building type, and usage;  Manual estimates are inaccurate and inefficient  Predict energy consumption using regression models: Linear Regression, Lasso, Ridge, Elastic Net. Compare multiple regression algorithms. Visualize results using Power BI.</vt:lpstr>
      <vt:lpstr>Slide 5</vt:lpstr>
      <vt:lpstr>Slide 6</vt:lpstr>
      <vt:lpstr>Slide 7</vt:lpstr>
      <vt:lpstr>Slide 8</vt:lpstr>
      <vt:lpstr>Slide 9</vt:lpstr>
      <vt:lpstr>Slide 10</vt:lpstr>
      <vt:lpstr>Preprocessing Steps: Missing value handling using imputation  Feature scaling using StandardScaler  Categorical encoding using OneHotEncoder  Train–test split Pipeline Approach: Ensures consistency Prevents data leakage In this step, I prepared data for Machine Learning using Scikit-Learn Pipelines. Numerical features were scaled using Standard Scaler, while categorical features were converted using One-Hot Encoding. ColumnTransformer ensures that each feature type is processed correctly in one unified pipelines, making the work clean, efficient and reusable.  </vt:lpstr>
      <vt:lpstr>Slide 12</vt:lpstr>
      <vt:lpstr>Data Splitting: The data must be split into independent training and testing sets. This technique is known as Holdout Cross-Validation.  This prevents data leakage and gives a realistic estimate of performance on new, unseen data. The target variable (Energy Consumption) is separated from the feature set (X). The dataset is partitioned into 80% for training and 20% for testing. A random_state is set to ensure the split is reproducible. </vt:lpstr>
      <vt:lpstr>Slide 14</vt:lpstr>
      <vt:lpstr>Slide 15</vt:lpstr>
      <vt:lpstr>The distribution of energy consumption is nearly symmetrical and bell-shaped, resembling a normal distribution.  This is ideal for linear regression models, as it helps satisfy the assumption that the residuals will be normally distributed. There are no obvious extreme outliers or strong skewness that would immediately necessitate complex transformations.</vt:lpstr>
      <vt:lpstr>A clear, strong relationship exists between the building type and energy consumption.  Commercial buildings show the highest average consumption, followed by Industrial buildings, with Residential buildings having the lowest average usage.  This categorical feature is expected to be a highly important predictor in the final linear model.</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Administrator</cp:lastModifiedBy>
  <cp:revision>1</cp:revision>
  <dcterms:modified xsi:type="dcterms:W3CDTF">2026-03-22T19:01:20Z</dcterms:modified>
</cp:coreProperties>
</file>